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7"/>
  </p:notesMasterIdLst>
  <p:sldIdLst>
    <p:sldId id="256" r:id="rId5"/>
    <p:sldId id="257" r:id="rId6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53" d="100"/>
          <a:sy n="53" d="100"/>
        </p:scale>
        <p:origin x="12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LabBench I/O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939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23/02/2026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479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customXml/itemProps3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7</Words>
  <Application>Microsoft Office PowerPoint</Application>
  <PresentationFormat>Custom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10</cp:revision>
  <dcterms:created xsi:type="dcterms:W3CDTF">2024-11-30T15:01:51Z</dcterms:created>
  <dcterms:modified xsi:type="dcterms:W3CDTF">2026-02-23T09:35:08Z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