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10"/>
  </p:notesMasterIdLst>
  <p:sldIdLst>
    <p:sldId id="256" r:id="rId5"/>
    <p:sldId id="261" r:id="rId6"/>
    <p:sldId id="258" r:id="rId7"/>
    <p:sldId id="259" r:id="rId8"/>
    <p:sldId id="260" r:id="rId9"/>
  </p:sldIdLst>
  <p:sldSz cx="21601113" cy="1440021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8DBBD2-E51C-4F65-B024-D25F532E7882}" v="5" dt="2024-11-30T15:03:06.4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033" autoAdjust="0"/>
  </p:normalViewPr>
  <p:slideViewPr>
    <p:cSldViewPr snapToGrid="0">
      <p:cViewPr>
        <p:scale>
          <a:sx n="100" d="100"/>
          <a:sy n="100" d="100"/>
        </p:scale>
        <p:origin x="-2250" y="-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istian Hennings" userId="c750005e-88d6-4112-85a2-8817d1a82a89" providerId="ADAL" clId="{AE8DBBD2-E51C-4F65-B024-D25F532E7882}"/>
    <pc:docChg chg="custSel addSld modSld">
      <pc:chgData name="Kristian Hennings" userId="c750005e-88d6-4112-85a2-8817d1a82a89" providerId="ADAL" clId="{AE8DBBD2-E51C-4F65-B024-D25F532E7882}" dt="2024-11-30T15:03:11.439" v="7" actId="478"/>
      <pc:docMkLst>
        <pc:docMk/>
      </pc:docMkLst>
      <pc:sldChg chg="addSp delSp modSp new mod modClrScheme chgLayout">
        <pc:chgData name="Kristian Hennings" userId="c750005e-88d6-4112-85a2-8817d1a82a89" providerId="ADAL" clId="{AE8DBBD2-E51C-4F65-B024-D25F532E7882}" dt="2024-11-30T15:03:11.439" v="7" actId="478"/>
        <pc:sldMkLst>
          <pc:docMk/>
          <pc:sldMk cId="786876301" sldId="256"/>
        </pc:sldMkLst>
        <pc:spChg chg="del">
          <ac:chgData name="Kristian Hennings" userId="c750005e-88d6-4112-85a2-8817d1a82a89" providerId="ADAL" clId="{AE8DBBD2-E51C-4F65-B024-D25F532E7882}" dt="2024-11-30T15:01:54.798" v="1" actId="700"/>
          <ac:spMkLst>
            <pc:docMk/>
            <pc:sldMk cId="786876301" sldId="256"/>
            <ac:spMk id="2" creationId="{233B9773-ED68-8F58-6FE5-3F61B3109FB8}"/>
          </ac:spMkLst>
        </pc:spChg>
        <pc:spChg chg="del">
          <ac:chgData name="Kristian Hennings" userId="c750005e-88d6-4112-85a2-8817d1a82a89" providerId="ADAL" clId="{AE8DBBD2-E51C-4F65-B024-D25F532E7882}" dt="2024-11-30T15:01:54.798" v="1" actId="700"/>
          <ac:spMkLst>
            <pc:docMk/>
            <pc:sldMk cId="786876301" sldId="256"/>
            <ac:spMk id="3" creationId="{5CA84863-22F8-24CD-7F7A-747DCE2C3CD1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6" creationId="{50B3C1AC-38B5-7C2B-7AB2-CC309C214B33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7" creationId="{31F0E11A-522D-47E9-7635-166DD0A2974A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8" creationId="{6D7CE593-AF9A-7FF0-2A7F-05E9EE1E6766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9" creationId="{683517AC-88EF-D88B-601B-2C14C16C040C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10" creationId="{48B1CA42-3DC2-E001-6EF1-AF0C28591EF9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11" creationId="{16FF281D-A8BD-D5BA-C437-31E2085B32D6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12" creationId="{3E6C226E-4660-CBFF-D7AF-D5CA335D261E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13" creationId="{D91DF96F-0D96-607D-C771-13F9FA8FBF6B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16" creationId="{A1400182-4DB4-9A3A-9A6E-2528C280E06D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17" creationId="{65C8A0F9-5CF2-3DF0-B048-1D4779C72C03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18" creationId="{D5929FD8-EA32-6662-A27B-83AE3B49317B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19" creationId="{7A6E53D8-2974-3777-FF46-B4618FD65878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20" creationId="{5F025A39-B3B7-D9DC-0C20-796AFEC39D71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21" creationId="{4CAED8EB-CF82-344F-8E6F-D62305E839E1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22" creationId="{B6B20E5E-BAA5-FDC4-6BC7-D3BFD3FB139E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23" creationId="{6125D2AD-E8CE-6286-FD7D-D67D947DEB67}"/>
          </ac:spMkLst>
        </pc:spChg>
        <pc:grpChg chg="add del mod">
          <ac:chgData name="Kristian Hennings" userId="c750005e-88d6-4112-85a2-8817d1a82a89" providerId="ADAL" clId="{AE8DBBD2-E51C-4F65-B024-D25F532E7882}" dt="2024-11-30T15:02:55.439" v="4" actId="478"/>
          <ac:grpSpMkLst>
            <pc:docMk/>
            <pc:sldMk cId="786876301" sldId="256"/>
            <ac:grpSpMk id="4" creationId="{00261F2C-ECA6-FF7E-3E02-37E2612876E7}"/>
          </ac:grpSpMkLst>
        </pc:grpChg>
        <pc:grpChg chg="add del mod">
          <ac:chgData name="Kristian Hennings" userId="c750005e-88d6-4112-85a2-8817d1a82a89" providerId="ADAL" clId="{AE8DBBD2-E51C-4F65-B024-D25F532E7882}" dt="2024-11-30T15:03:11.439" v="7" actId="478"/>
          <ac:grpSpMkLst>
            <pc:docMk/>
            <pc:sldMk cId="786876301" sldId="256"/>
            <ac:grpSpMk id="14" creationId="{DB8CB27C-E840-C338-459D-1D6AD9CDBC8C}"/>
          </ac:grpSpMkLst>
        </pc:grpChg>
        <pc:picChg chg="mod">
          <ac:chgData name="Kristian Hennings" userId="c750005e-88d6-4112-85a2-8817d1a82a89" providerId="ADAL" clId="{AE8DBBD2-E51C-4F65-B024-D25F532E7882}" dt="2024-11-30T15:02:52.460" v="2"/>
          <ac:picMkLst>
            <pc:docMk/>
            <pc:sldMk cId="786876301" sldId="256"/>
            <ac:picMk id="5" creationId="{4A2FDB25-387F-61ED-FB5F-DDA9AD1D115C}"/>
          </ac:picMkLst>
        </pc:picChg>
        <pc:picChg chg="mod">
          <ac:chgData name="Kristian Hennings" userId="c750005e-88d6-4112-85a2-8817d1a82a89" providerId="ADAL" clId="{AE8DBBD2-E51C-4F65-B024-D25F532E7882}" dt="2024-11-30T15:03:06.432" v="5"/>
          <ac:picMkLst>
            <pc:docMk/>
            <pc:sldMk cId="786876301" sldId="256"/>
            <ac:picMk id="15" creationId="{99956B02-D2EE-5928-617A-E02A2618E81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466010-90F5-41E6-AAE8-7E580DBF8C7C}" type="datetimeFigureOut">
              <a:rPr lang="en-DK" smtClean="0"/>
              <a:t>25/02/2026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35275" y="857250"/>
            <a:ext cx="347345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0644BD-399A-490A-99CC-829CA96D1157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7666576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Joystick</a:t>
            </a:r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0644BD-399A-490A-99CC-829CA96D1157}" type="slidenum">
              <a:rPr lang="en-DK" smtClean="0"/>
              <a:t>1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6469153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0084" y="2356703"/>
            <a:ext cx="18360946" cy="5013407"/>
          </a:xfrm>
        </p:spPr>
        <p:txBody>
          <a:bodyPr anchor="b"/>
          <a:lstStyle>
            <a:lvl1pPr algn="ctr">
              <a:defRPr sz="125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00139" y="7563446"/>
            <a:ext cx="16200835" cy="3476717"/>
          </a:xfrm>
        </p:spPr>
        <p:txBody>
          <a:bodyPr/>
          <a:lstStyle>
            <a:lvl1pPr marL="0" indent="0" algn="ctr">
              <a:buNone/>
              <a:defRPr sz="5040"/>
            </a:lvl1pPr>
            <a:lvl2pPr marL="960029" indent="0" algn="ctr">
              <a:buNone/>
              <a:defRPr sz="4200"/>
            </a:lvl2pPr>
            <a:lvl3pPr marL="1920057" indent="0" algn="ctr">
              <a:buNone/>
              <a:defRPr sz="3780"/>
            </a:lvl3pPr>
            <a:lvl4pPr marL="2880086" indent="0" algn="ctr">
              <a:buNone/>
              <a:defRPr sz="3360"/>
            </a:lvl4pPr>
            <a:lvl5pPr marL="3840114" indent="0" algn="ctr">
              <a:buNone/>
              <a:defRPr sz="3360"/>
            </a:lvl5pPr>
            <a:lvl6pPr marL="4800143" indent="0" algn="ctr">
              <a:buNone/>
              <a:defRPr sz="3360"/>
            </a:lvl6pPr>
            <a:lvl7pPr marL="5760171" indent="0" algn="ctr">
              <a:buNone/>
              <a:defRPr sz="3360"/>
            </a:lvl7pPr>
            <a:lvl8pPr marL="6720200" indent="0" algn="ctr">
              <a:buNone/>
              <a:defRPr sz="3360"/>
            </a:lvl8pPr>
            <a:lvl9pPr marL="7680228" indent="0" algn="ctr">
              <a:buNone/>
              <a:defRPr sz="3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25/02/2026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910599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25/02/2026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447266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3827" y="3590057"/>
            <a:ext cx="18630960" cy="5990088"/>
          </a:xfrm>
        </p:spPr>
        <p:txBody>
          <a:bodyPr anchor="b"/>
          <a:lstStyle>
            <a:lvl1pPr>
              <a:defRPr sz="125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3827" y="9636813"/>
            <a:ext cx="18630960" cy="3150046"/>
          </a:xfrm>
        </p:spPr>
        <p:txBody>
          <a:bodyPr/>
          <a:lstStyle>
            <a:lvl1pPr marL="0" indent="0">
              <a:buNone/>
              <a:defRPr sz="5040">
                <a:solidFill>
                  <a:schemeClr val="tx1">
                    <a:tint val="82000"/>
                  </a:schemeClr>
                </a:solidFill>
              </a:defRPr>
            </a:lvl1pPr>
            <a:lvl2pPr marL="960029" indent="0">
              <a:buNone/>
              <a:defRPr sz="4200">
                <a:solidFill>
                  <a:schemeClr val="tx1">
                    <a:tint val="82000"/>
                  </a:schemeClr>
                </a:solidFill>
              </a:defRPr>
            </a:lvl2pPr>
            <a:lvl3pPr marL="1920057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3pPr>
            <a:lvl4pPr marL="2880086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4pPr>
            <a:lvl5pPr marL="3840114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5pPr>
            <a:lvl6pPr marL="4800143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6pPr>
            <a:lvl7pPr marL="5760171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7pPr>
            <a:lvl8pPr marL="6720200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8pPr>
            <a:lvl9pPr marL="7680228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25/02/2026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84220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5077" y="3833390"/>
            <a:ext cx="9180473" cy="91368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35563" y="3833390"/>
            <a:ext cx="9180473" cy="91368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25/02/2026</a:t>
            </a:fld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028566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890" y="766681"/>
            <a:ext cx="18630960" cy="27833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7892" y="3530053"/>
            <a:ext cx="9138282" cy="1730025"/>
          </a:xfrm>
        </p:spPr>
        <p:txBody>
          <a:bodyPr anchor="b"/>
          <a:lstStyle>
            <a:lvl1pPr marL="0" indent="0">
              <a:buNone/>
              <a:defRPr sz="5040" b="1"/>
            </a:lvl1pPr>
            <a:lvl2pPr marL="960029" indent="0">
              <a:buNone/>
              <a:defRPr sz="4200" b="1"/>
            </a:lvl2pPr>
            <a:lvl3pPr marL="1920057" indent="0">
              <a:buNone/>
              <a:defRPr sz="3780" b="1"/>
            </a:lvl3pPr>
            <a:lvl4pPr marL="2880086" indent="0">
              <a:buNone/>
              <a:defRPr sz="3360" b="1"/>
            </a:lvl4pPr>
            <a:lvl5pPr marL="3840114" indent="0">
              <a:buNone/>
              <a:defRPr sz="3360" b="1"/>
            </a:lvl5pPr>
            <a:lvl6pPr marL="4800143" indent="0">
              <a:buNone/>
              <a:defRPr sz="3360" b="1"/>
            </a:lvl6pPr>
            <a:lvl7pPr marL="5760171" indent="0">
              <a:buNone/>
              <a:defRPr sz="3360" b="1"/>
            </a:lvl7pPr>
            <a:lvl8pPr marL="6720200" indent="0">
              <a:buNone/>
              <a:defRPr sz="3360" b="1"/>
            </a:lvl8pPr>
            <a:lvl9pPr marL="7680228" indent="0">
              <a:buNone/>
              <a:defRPr sz="3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7892" y="5260078"/>
            <a:ext cx="9138282" cy="77367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935564" y="3530053"/>
            <a:ext cx="9183287" cy="1730025"/>
          </a:xfrm>
        </p:spPr>
        <p:txBody>
          <a:bodyPr anchor="b"/>
          <a:lstStyle>
            <a:lvl1pPr marL="0" indent="0">
              <a:buNone/>
              <a:defRPr sz="5040" b="1"/>
            </a:lvl1pPr>
            <a:lvl2pPr marL="960029" indent="0">
              <a:buNone/>
              <a:defRPr sz="4200" b="1"/>
            </a:lvl2pPr>
            <a:lvl3pPr marL="1920057" indent="0">
              <a:buNone/>
              <a:defRPr sz="3780" b="1"/>
            </a:lvl3pPr>
            <a:lvl4pPr marL="2880086" indent="0">
              <a:buNone/>
              <a:defRPr sz="3360" b="1"/>
            </a:lvl4pPr>
            <a:lvl5pPr marL="3840114" indent="0">
              <a:buNone/>
              <a:defRPr sz="3360" b="1"/>
            </a:lvl5pPr>
            <a:lvl6pPr marL="4800143" indent="0">
              <a:buNone/>
              <a:defRPr sz="3360" b="1"/>
            </a:lvl6pPr>
            <a:lvl7pPr marL="5760171" indent="0">
              <a:buNone/>
              <a:defRPr sz="3360" b="1"/>
            </a:lvl7pPr>
            <a:lvl8pPr marL="6720200" indent="0">
              <a:buNone/>
              <a:defRPr sz="3360" b="1"/>
            </a:lvl8pPr>
            <a:lvl9pPr marL="7680228" indent="0">
              <a:buNone/>
              <a:defRPr sz="3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935564" y="5260078"/>
            <a:ext cx="9183287" cy="77367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25/02/2026</a:t>
            </a:fld>
            <a:endParaRPr lang="en-D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59600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25/02/2026</a:t>
            </a:fld>
            <a:endParaRPr lang="en-D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479612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25/02/2026</a:t>
            </a:fld>
            <a:endParaRPr lang="en-D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438033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890" y="960014"/>
            <a:ext cx="6966921" cy="3360050"/>
          </a:xfrm>
        </p:spPr>
        <p:txBody>
          <a:bodyPr anchor="b"/>
          <a:lstStyle>
            <a:lvl1pPr>
              <a:defRPr sz="67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83287" y="2073367"/>
            <a:ext cx="10935563" cy="10233485"/>
          </a:xfrm>
        </p:spPr>
        <p:txBody>
          <a:bodyPr/>
          <a:lstStyle>
            <a:lvl1pPr>
              <a:defRPr sz="6719"/>
            </a:lvl1pPr>
            <a:lvl2pPr>
              <a:defRPr sz="5879"/>
            </a:lvl2pPr>
            <a:lvl3pPr>
              <a:defRPr sz="5040"/>
            </a:lvl3pPr>
            <a:lvl4pPr>
              <a:defRPr sz="4200"/>
            </a:lvl4pPr>
            <a:lvl5pPr>
              <a:defRPr sz="4200"/>
            </a:lvl5pPr>
            <a:lvl6pPr>
              <a:defRPr sz="4200"/>
            </a:lvl6pPr>
            <a:lvl7pPr>
              <a:defRPr sz="4200"/>
            </a:lvl7pPr>
            <a:lvl8pPr>
              <a:defRPr sz="4200"/>
            </a:lvl8pPr>
            <a:lvl9pPr>
              <a:defRPr sz="4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890" y="4320064"/>
            <a:ext cx="6966921" cy="8003453"/>
          </a:xfrm>
        </p:spPr>
        <p:txBody>
          <a:bodyPr/>
          <a:lstStyle>
            <a:lvl1pPr marL="0" indent="0">
              <a:buNone/>
              <a:defRPr sz="3360"/>
            </a:lvl1pPr>
            <a:lvl2pPr marL="960029" indent="0">
              <a:buNone/>
              <a:defRPr sz="2940"/>
            </a:lvl2pPr>
            <a:lvl3pPr marL="1920057" indent="0">
              <a:buNone/>
              <a:defRPr sz="2520"/>
            </a:lvl3pPr>
            <a:lvl4pPr marL="2880086" indent="0">
              <a:buNone/>
              <a:defRPr sz="2100"/>
            </a:lvl4pPr>
            <a:lvl5pPr marL="3840114" indent="0">
              <a:buNone/>
              <a:defRPr sz="2100"/>
            </a:lvl5pPr>
            <a:lvl6pPr marL="4800143" indent="0">
              <a:buNone/>
              <a:defRPr sz="2100"/>
            </a:lvl6pPr>
            <a:lvl7pPr marL="5760171" indent="0">
              <a:buNone/>
              <a:defRPr sz="2100"/>
            </a:lvl7pPr>
            <a:lvl8pPr marL="6720200" indent="0">
              <a:buNone/>
              <a:defRPr sz="2100"/>
            </a:lvl8pPr>
            <a:lvl9pPr marL="7680228" indent="0">
              <a:buNone/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25/02/2026</a:t>
            </a:fld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982524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890" y="960014"/>
            <a:ext cx="6966921" cy="3360050"/>
          </a:xfrm>
        </p:spPr>
        <p:txBody>
          <a:bodyPr anchor="b"/>
          <a:lstStyle>
            <a:lvl1pPr>
              <a:defRPr sz="67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83287" y="2073367"/>
            <a:ext cx="10935563" cy="10233485"/>
          </a:xfrm>
        </p:spPr>
        <p:txBody>
          <a:bodyPr anchor="t"/>
          <a:lstStyle>
            <a:lvl1pPr marL="0" indent="0">
              <a:buNone/>
              <a:defRPr sz="6719"/>
            </a:lvl1pPr>
            <a:lvl2pPr marL="960029" indent="0">
              <a:buNone/>
              <a:defRPr sz="5879"/>
            </a:lvl2pPr>
            <a:lvl3pPr marL="1920057" indent="0">
              <a:buNone/>
              <a:defRPr sz="5040"/>
            </a:lvl3pPr>
            <a:lvl4pPr marL="2880086" indent="0">
              <a:buNone/>
              <a:defRPr sz="4200"/>
            </a:lvl4pPr>
            <a:lvl5pPr marL="3840114" indent="0">
              <a:buNone/>
              <a:defRPr sz="4200"/>
            </a:lvl5pPr>
            <a:lvl6pPr marL="4800143" indent="0">
              <a:buNone/>
              <a:defRPr sz="4200"/>
            </a:lvl6pPr>
            <a:lvl7pPr marL="5760171" indent="0">
              <a:buNone/>
              <a:defRPr sz="4200"/>
            </a:lvl7pPr>
            <a:lvl8pPr marL="6720200" indent="0">
              <a:buNone/>
              <a:defRPr sz="4200"/>
            </a:lvl8pPr>
            <a:lvl9pPr marL="7680228" indent="0">
              <a:buNone/>
              <a:defRPr sz="4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890" y="4320064"/>
            <a:ext cx="6966921" cy="8003453"/>
          </a:xfrm>
        </p:spPr>
        <p:txBody>
          <a:bodyPr/>
          <a:lstStyle>
            <a:lvl1pPr marL="0" indent="0">
              <a:buNone/>
              <a:defRPr sz="3360"/>
            </a:lvl1pPr>
            <a:lvl2pPr marL="960029" indent="0">
              <a:buNone/>
              <a:defRPr sz="2940"/>
            </a:lvl2pPr>
            <a:lvl3pPr marL="1920057" indent="0">
              <a:buNone/>
              <a:defRPr sz="2520"/>
            </a:lvl3pPr>
            <a:lvl4pPr marL="2880086" indent="0">
              <a:buNone/>
              <a:defRPr sz="2100"/>
            </a:lvl4pPr>
            <a:lvl5pPr marL="3840114" indent="0">
              <a:buNone/>
              <a:defRPr sz="2100"/>
            </a:lvl5pPr>
            <a:lvl6pPr marL="4800143" indent="0">
              <a:buNone/>
              <a:defRPr sz="2100"/>
            </a:lvl6pPr>
            <a:lvl7pPr marL="5760171" indent="0">
              <a:buNone/>
              <a:defRPr sz="2100"/>
            </a:lvl7pPr>
            <a:lvl8pPr marL="6720200" indent="0">
              <a:buNone/>
              <a:defRPr sz="2100"/>
            </a:lvl8pPr>
            <a:lvl9pPr marL="7680228" indent="0">
              <a:buNone/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25/02/2026</a:t>
            </a:fld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52547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25/02/2026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734579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458298" y="766678"/>
            <a:ext cx="4657740" cy="1220351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5078" y="766678"/>
            <a:ext cx="13703206" cy="1220351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25/02/2026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124220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5077" y="766681"/>
            <a:ext cx="18630960" cy="2783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5077" y="3833390"/>
            <a:ext cx="18630960" cy="9136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85077" y="13346867"/>
            <a:ext cx="4860250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5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465E3F-0B9F-47C9-9E08-5C827E095B3E}" type="datetimeFigureOut">
              <a:rPr lang="en-DK" smtClean="0"/>
              <a:t>25/02/2026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55369" y="13346867"/>
            <a:ext cx="7290376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5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255786" y="13346867"/>
            <a:ext cx="4860250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5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263029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920057" rtl="0" eaLnBrk="1" latinLnBrk="0" hangingPunct="1">
        <a:lnSpc>
          <a:spcPct val="90000"/>
        </a:lnSpc>
        <a:spcBef>
          <a:spcPct val="0"/>
        </a:spcBef>
        <a:buNone/>
        <a:defRPr sz="923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0014" indent="-480014" algn="l" defTabSz="1920057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5879" kern="1200">
          <a:solidFill>
            <a:schemeClr val="tx1"/>
          </a:solidFill>
          <a:latin typeface="+mn-lt"/>
          <a:ea typeface="+mn-ea"/>
          <a:cs typeface="+mn-cs"/>
        </a:defRPr>
      </a:lvl1pPr>
      <a:lvl2pPr marL="1440043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5040" kern="1200">
          <a:solidFill>
            <a:schemeClr val="tx1"/>
          </a:solidFill>
          <a:latin typeface="+mn-lt"/>
          <a:ea typeface="+mn-ea"/>
          <a:cs typeface="+mn-cs"/>
        </a:defRPr>
      </a:lvl2pPr>
      <a:lvl3pPr marL="2400071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3pPr>
      <a:lvl4pPr marL="3360100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4pPr>
      <a:lvl5pPr marL="4320129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5pPr>
      <a:lvl6pPr marL="5280157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6pPr>
      <a:lvl7pPr marL="6240186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7pPr>
      <a:lvl8pPr marL="7200214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8pPr>
      <a:lvl9pPr marL="8160243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1pPr>
      <a:lvl2pPr marL="960029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2pPr>
      <a:lvl3pPr marL="1920057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3pPr>
      <a:lvl4pPr marL="2880086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4pPr>
      <a:lvl5pPr marL="3840114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5pPr>
      <a:lvl6pPr marL="4800143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6pPr>
      <a:lvl7pPr marL="5760171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7pPr>
      <a:lvl8pPr marL="6720200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8pPr>
      <a:lvl9pPr marL="7680228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he image depicts a software interface with various sections for managing system logging, including log levels, directory, and API key configurations.&#10;&#10;AI-generated content may be incorrect.">
            <a:extLst>
              <a:ext uri="{FF2B5EF4-FFF2-40B4-BE49-F238E27FC236}">
                <a16:creationId xmlns:a16="http://schemas.microsoft.com/office/drawing/2014/main" id="{A9ADDF94-677B-79A6-0C04-282C9322935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1" r="-1"/>
          <a:stretch>
            <a:fillRect/>
          </a:stretch>
        </p:blipFill>
        <p:spPr>
          <a:xfrm>
            <a:off x="6425498" y="4518445"/>
            <a:ext cx="7200000" cy="4413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8763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3834CAB-8F45-9CCF-7262-11E0838199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9771931"/>
              </p:ext>
            </p:extLst>
          </p:nvPr>
        </p:nvGraphicFramePr>
        <p:xfrm>
          <a:off x="7312649" y="3131379"/>
          <a:ext cx="7222501" cy="2651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36341">
                  <a:extLst>
                    <a:ext uri="{9D8B030D-6E8A-4147-A177-3AD203B41FA5}">
                      <a16:colId xmlns:a16="http://schemas.microsoft.com/office/drawing/2014/main" val="3122846708"/>
                    </a:ext>
                  </a:extLst>
                </a:gridCol>
                <a:gridCol w="6486160">
                  <a:extLst>
                    <a:ext uri="{9D8B030D-6E8A-4147-A177-3AD203B41FA5}">
                      <a16:colId xmlns:a16="http://schemas.microsoft.com/office/drawing/2014/main" val="25372665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DK" sz="12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Debug</a:t>
                      </a:r>
                    </a:p>
                    <a:p>
                      <a:r>
                        <a:rPr lang="en-US" sz="1200" dirty="0"/>
                        <a:t>Debug level messages are relevant for debugging errors in a protocol and for understanding error level messages.</a:t>
                      </a:r>
                    </a:p>
                    <a:p>
                      <a:endParaRPr lang="en-DK" sz="12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95195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DK" sz="12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Information</a:t>
                      </a:r>
                    </a:p>
                    <a:p>
                      <a:r>
                        <a:rPr lang="en-US" sz="1200" dirty="0"/>
                        <a:t>Information level messages that are relevant for the operator while they are performing a study. These log messages provide information about the normal execution of protocols.</a:t>
                      </a:r>
                    </a:p>
                    <a:p>
                      <a:endParaRPr lang="en-DK" sz="12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60180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DK" sz="12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Error</a:t>
                      </a:r>
                    </a:p>
                    <a:p>
                      <a:r>
                        <a:rPr lang="en-US" sz="1200" dirty="0"/>
                        <a:t>Error level messages that are vital are vital for the operator while they are performing a study. These log messages provide information about events that are abnormal and which prevents the protocol to be performed correctly.</a:t>
                      </a:r>
                    </a:p>
                    <a:p>
                      <a:endParaRPr lang="en-DK" sz="12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8801594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A05AD1D5-EC8B-4F82-C5A1-545B18C9A5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9948" y="3150429"/>
            <a:ext cx="540000" cy="540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0DD7AC2-B3FE-83CA-F385-31EAD3B502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9948" y="4809180"/>
            <a:ext cx="540000" cy="540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1D7D081-8947-06FE-0766-657C3FCE84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9948" y="4039050"/>
            <a:ext cx="540000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4768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image depicts a user interface showing an enabled access control system, a display calibration feature, and a license status.&#10;&#10;AI-generated content may be incorrect.">
            <a:extLst>
              <a:ext uri="{FF2B5EF4-FFF2-40B4-BE49-F238E27FC236}">
                <a16:creationId xmlns:a16="http://schemas.microsoft.com/office/drawing/2014/main" id="{977D2149-9A3E-18D6-D602-A2FC839FAA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2261" y="4518445"/>
            <a:ext cx="7200000" cy="4430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2131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image displays a computer monitor setup with calibration and configuration options, including fiducial size, monitor position, and participant distance.&#10;&#10;AI-generated content may be incorrect.">
            <a:extLst>
              <a:ext uri="{FF2B5EF4-FFF2-40B4-BE49-F238E27FC236}">
                <a16:creationId xmlns:a16="http://schemas.microsoft.com/office/drawing/2014/main" id="{89653660-7A33-9B85-4105-2D4887E4E5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8"/>
          <a:stretch>
            <a:fillRect/>
          </a:stretch>
        </p:blipFill>
        <p:spPr>
          <a:xfrm>
            <a:off x="4928379" y="4566076"/>
            <a:ext cx="7200000" cy="322964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0AC00319-E252-1578-57AF-B1035FA9E941}"/>
              </a:ext>
            </a:extLst>
          </p:cNvPr>
          <p:cNvSpPr/>
          <p:nvPr/>
        </p:nvSpPr>
        <p:spPr>
          <a:xfrm>
            <a:off x="11825579" y="4765888"/>
            <a:ext cx="252000" cy="252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090F58-26EF-162C-E863-289224A237DC}"/>
              </a:ext>
            </a:extLst>
          </p:cNvPr>
          <p:cNvSpPr txBox="1"/>
          <p:nvPr/>
        </p:nvSpPr>
        <p:spPr>
          <a:xfrm>
            <a:off x="11022029" y="4096838"/>
            <a:ext cx="1859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Calibrate display</a:t>
            </a:r>
            <a:endParaRPr lang="en-DK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8082921-A7D8-4FC2-F47E-57DCB34550A2}"/>
              </a:ext>
            </a:extLst>
          </p:cNvPr>
          <p:cNvCxnSpPr>
            <a:stCxn id="5" idx="2"/>
            <a:endCxn id="4" idx="0"/>
          </p:cNvCxnSpPr>
          <p:nvPr/>
        </p:nvCxnSpPr>
        <p:spPr>
          <a:xfrm>
            <a:off x="11951579" y="4466170"/>
            <a:ext cx="0" cy="29971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38003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56491ACD-546A-629E-51B5-827B3BF72F56}"/>
              </a:ext>
            </a:extLst>
          </p:cNvPr>
          <p:cNvGrpSpPr/>
          <p:nvPr/>
        </p:nvGrpSpPr>
        <p:grpSpPr>
          <a:xfrm>
            <a:off x="3605613" y="4518445"/>
            <a:ext cx="7194943" cy="3789292"/>
            <a:chOff x="4199247" y="2820274"/>
            <a:chExt cx="10183646" cy="5363323"/>
          </a:xfrm>
        </p:grpSpPr>
        <p:pic>
          <p:nvPicPr>
            <p:cNvPr id="3" name="Picture 2" descr="The image displays a digital interface with fields for license information, including the holder's name, contact details, type of license, and a validity check for third-party equipment usage.&#10;&#10;AI-generated content may be incorrect.">
              <a:extLst>
                <a:ext uri="{FF2B5EF4-FFF2-40B4-BE49-F238E27FC236}">
                  <a16:creationId xmlns:a16="http://schemas.microsoft.com/office/drawing/2014/main" id="{ACDE15FA-0E08-6F64-9298-648899A714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99247" y="2820274"/>
              <a:ext cx="10183646" cy="5363323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F230108-36DF-9FCB-7F01-72CD0E178A0F}"/>
                </a:ext>
              </a:extLst>
            </p:cNvPr>
            <p:cNvSpPr/>
            <p:nvPr/>
          </p:nvSpPr>
          <p:spPr>
            <a:xfrm>
              <a:off x="10177463" y="5129213"/>
              <a:ext cx="1400175" cy="2238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E5CFFA0-FFC7-55A8-E342-270D8B52EF80}"/>
                </a:ext>
              </a:extLst>
            </p:cNvPr>
            <p:cNvSpPr/>
            <p:nvPr/>
          </p:nvSpPr>
          <p:spPr>
            <a:xfrm>
              <a:off x="10177463" y="5390016"/>
              <a:ext cx="1400175" cy="2238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</p:grpSp>
      <p:sp>
        <p:nvSpPr>
          <p:cNvPr id="7" name="Oval 6">
            <a:extLst>
              <a:ext uri="{FF2B5EF4-FFF2-40B4-BE49-F238E27FC236}">
                <a16:creationId xmlns:a16="http://schemas.microsoft.com/office/drawing/2014/main" id="{9BCA02C9-66CC-7F9B-0606-AD639F06B391}"/>
              </a:ext>
            </a:extLst>
          </p:cNvPr>
          <p:cNvSpPr/>
          <p:nvPr/>
        </p:nvSpPr>
        <p:spPr>
          <a:xfrm>
            <a:off x="10384129" y="4753188"/>
            <a:ext cx="288000" cy="288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CC66D21-14BE-64CE-983A-DB9D86EE83A1}"/>
              </a:ext>
            </a:extLst>
          </p:cNvPr>
          <p:cNvSpPr/>
          <p:nvPr/>
        </p:nvSpPr>
        <p:spPr>
          <a:xfrm>
            <a:off x="10315279" y="5305638"/>
            <a:ext cx="288000" cy="288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9073931-3C18-C863-875E-3686468A1ABC}"/>
              </a:ext>
            </a:extLst>
          </p:cNvPr>
          <p:cNvSpPr/>
          <p:nvPr/>
        </p:nvSpPr>
        <p:spPr>
          <a:xfrm>
            <a:off x="9974002" y="5305638"/>
            <a:ext cx="288000" cy="288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43C381-BA41-667A-956B-28628958C8F1}"/>
              </a:ext>
            </a:extLst>
          </p:cNvPr>
          <p:cNvSpPr txBox="1"/>
          <p:nvPr/>
        </p:nvSpPr>
        <p:spPr>
          <a:xfrm>
            <a:off x="10934542" y="4712522"/>
            <a:ext cx="17611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Register license</a:t>
            </a:r>
            <a:endParaRPr lang="en-DK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FAD287-934B-8F75-766C-9D85B6D8C77B}"/>
              </a:ext>
            </a:extLst>
          </p:cNvPr>
          <p:cNvSpPr txBox="1"/>
          <p:nvPr/>
        </p:nvSpPr>
        <p:spPr>
          <a:xfrm>
            <a:off x="10934542" y="5264972"/>
            <a:ext cx="1975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Deregister license</a:t>
            </a:r>
            <a:endParaRPr lang="en-DK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376539-F264-1F5C-76A9-DA45B741B141}"/>
              </a:ext>
            </a:extLst>
          </p:cNvPr>
          <p:cNvSpPr txBox="1"/>
          <p:nvPr/>
        </p:nvSpPr>
        <p:spPr>
          <a:xfrm>
            <a:off x="10934542" y="5780423"/>
            <a:ext cx="17139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Refresh license</a:t>
            </a:r>
            <a:endParaRPr lang="en-DK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8B76E38-1888-6C25-47D9-4AEBCD4A12D5}"/>
              </a:ext>
            </a:extLst>
          </p:cNvPr>
          <p:cNvCxnSpPr>
            <a:stCxn id="10" idx="1"/>
            <a:endCxn id="7" idx="6"/>
          </p:cNvCxnSpPr>
          <p:nvPr/>
        </p:nvCxnSpPr>
        <p:spPr>
          <a:xfrm flipH="1">
            <a:off x="10672129" y="4897188"/>
            <a:ext cx="2624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E45D4CE-AC4A-B06A-06BD-35382B17ADA0}"/>
              </a:ext>
            </a:extLst>
          </p:cNvPr>
          <p:cNvCxnSpPr>
            <a:cxnSpLocks/>
            <a:stCxn id="11" idx="1"/>
            <a:endCxn id="8" idx="6"/>
          </p:cNvCxnSpPr>
          <p:nvPr/>
        </p:nvCxnSpPr>
        <p:spPr>
          <a:xfrm flipH="1">
            <a:off x="10603279" y="5449638"/>
            <a:ext cx="33126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E25E8CBD-67FF-C907-3618-5037005EF899}"/>
              </a:ext>
            </a:extLst>
          </p:cNvPr>
          <p:cNvCxnSpPr>
            <a:stCxn id="12" idx="1"/>
            <a:endCxn id="9" idx="4"/>
          </p:cNvCxnSpPr>
          <p:nvPr/>
        </p:nvCxnSpPr>
        <p:spPr>
          <a:xfrm rot="10800000">
            <a:off x="10118002" y="5593639"/>
            <a:ext cx="816540" cy="371451"/>
          </a:xfrm>
          <a:prstGeom prst="bentConnector2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93464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B996248A2D0E04D87B9DBB54D269DA4" ma:contentTypeVersion="18" ma:contentTypeDescription="Create a new document." ma:contentTypeScope="" ma:versionID="f22bde94a6705f7f7e236c14bc19f189">
  <xsd:schema xmlns:xsd="http://www.w3.org/2001/XMLSchema" xmlns:xs="http://www.w3.org/2001/XMLSchema" xmlns:p="http://schemas.microsoft.com/office/2006/metadata/properties" xmlns:ns2="51c7d8ad-74c8-4833-8478-0d0a5cafce0c" xmlns:ns3="6dfb7b4b-871d-4c24-9d42-16b14ecd044c" targetNamespace="http://schemas.microsoft.com/office/2006/metadata/properties" ma:root="true" ma:fieldsID="273248db29f554cba2c15e8dd349c138" ns2:_="" ns3:_="">
    <xsd:import namespace="51c7d8ad-74c8-4833-8478-0d0a5cafce0c"/>
    <xsd:import namespace="6dfb7b4b-871d-4c24-9d42-16b14ecd044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c7d8ad-74c8-4833-8478-0d0a5cafce0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0ee60025-c679-4a62-8c04-7497c58c131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fb7b4b-871d-4c24-9d42-16b14ecd044c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8eba7f03-0d99-448d-81e1-4bd1ef8a7665}" ma:internalName="TaxCatchAll" ma:showField="CatchAllData" ma:web="6dfb7b4b-871d-4c24-9d42-16b14ecd044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dfb7b4b-871d-4c24-9d42-16b14ecd044c" xsi:nil="true"/>
    <lcf76f155ced4ddcb4097134ff3c332f xmlns="51c7d8ad-74c8-4833-8478-0d0a5cafce0c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72A1115-3E72-42E2-A544-7EAA53D3702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1c7d8ad-74c8-4833-8478-0d0a5cafce0c"/>
    <ds:schemaRef ds:uri="6dfb7b4b-871d-4c24-9d42-16b14ecd044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EF670CE-B0AA-4D52-AFC6-AA4BF7D46EEA}">
  <ds:schemaRefs>
    <ds:schemaRef ds:uri="http://purl.org/dc/terms/"/>
    <ds:schemaRef ds:uri="http://schemas.microsoft.com/office/2006/documentManagement/types"/>
    <ds:schemaRef ds:uri="http://www.w3.org/XML/1998/namespace"/>
    <ds:schemaRef ds:uri="http://purl.org/dc/elements/1.1/"/>
    <ds:schemaRef ds:uri="http://schemas.openxmlformats.org/package/2006/metadata/core-properties"/>
    <ds:schemaRef ds:uri="http://schemas.microsoft.com/office/2006/metadata/properties"/>
    <ds:schemaRef ds:uri="http://schemas.microsoft.com/office/infopath/2007/PartnerControls"/>
    <ds:schemaRef ds:uri="6dfb7b4b-871d-4c24-9d42-16b14ecd044c"/>
    <ds:schemaRef ds:uri="51c7d8ad-74c8-4833-8478-0d0a5cafce0c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EF875D47-8106-485E-98E0-D60C6A98DA6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54</TotalTime>
  <Words>97</Words>
  <Application>Microsoft Office PowerPoint</Application>
  <PresentationFormat>Custom</PresentationFormat>
  <Paragraphs>12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Kristian Hennings</dc:creator>
  <cp:lastModifiedBy>Kristian Hennings</cp:lastModifiedBy>
  <cp:revision>27</cp:revision>
  <dcterms:created xsi:type="dcterms:W3CDTF">2024-11-30T15:01:51Z</dcterms:created>
  <dcterms:modified xsi:type="dcterms:W3CDTF">2026-02-25T09:12:40Z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0x0101005B996248A2D0E04D87B9DBB54D269DA4</vt:lpwstr>
  </property>
</Properties>
</file>