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9"/>
  </p:notesMasterIdLst>
  <p:sldIdLst>
    <p:sldId id="256" r:id="rId5"/>
    <p:sldId id="258" r:id="rId6"/>
    <p:sldId id="259" r:id="rId7"/>
    <p:sldId id="260" r:id="rId8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>
        <p:scale>
          <a:sx n="100" d="100"/>
          <a:sy n="100" d="100"/>
        </p:scale>
        <p:origin x="-942" y="-1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image depicts a software interface with various sections for managing system logging, including log levels, directory, and API key configurations.&#10;&#10;AI-generated content may be incorrect.">
            <a:extLst>
              <a:ext uri="{FF2B5EF4-FFF2-40B4-BE49-F238E27FC236}">
                <a16:creationId xmlns:a16="http://schemas.microsoft.com/office/drawing/2014/main" id="{A9ADDF94-677B-79A6-0C04-282C93229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1" r="-1"/>
          <a:stretch>
            <a:fillRect/>
          </a:stretch>
        </p:blipFill>
        <p:spPr>
          <a:xfrm>
            <a:off x="6425498" y="4518445"/>
            <a:ext cx="7200000" cy="4413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epicts a user interface showing an enabled access control system, a display calibration feature, and a license status.&#10;&#10;AI-generated content may be incorrect.">
            <a:extLst>
              <a:ext uri="{FF2B5EF4-FFF2-40B4-BE49-F238E27FC236}">
                <a16:creationId xmlns:a16="http://schemas.microsoft.com/office/drawing/2014/main" id="{977D2149-9A3E-18D6-D602-A2FC839FA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2261" y="4518445"/>
            <a:ext cx="7200000" cy="443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213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isplays a computer monitor setup with calibration and configuration options, including fiducial size, monitor position, and participant distance.&#10;&#10;AI-generated content may be incorrect.">
            <a:extLst>
              <a:ext uri="{FF2B5EF4-FFF2-40B4-BE49-F238E27FC236}">
                <a16:creationId xmlns:a16="http://schemas.microsoft.com/office/drawing/2014/main" id="{89653660-7A33-9B85-4105-2D4887E4E5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"/>
          <a:stretch>
            <a:fillRect/>
          </a:stretch>
        </p:blipFill>
        <p:spPr>
          <a:xfrm>
            <a:off x="4928379" y="4566076"/>
            <a:ext cx="7200000" cy="322964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AC00319-E252-1578-57AF-B1035FA9E941}"/>
              </a:ext>
            </a:extLst>
          </p:cNvPr>
          <p:cNvSpPr/>
          <p:nvPr/>
        </p:nvSpPr>
        <p:spPr>
          <a:xfrm>
            <a:off x="11825579" y="4765888"/>
            <a:ext cx="252000" cy="252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90F58-26EF-162C-E863-289224A237DC}"/>
              </a:ext>
            </a:extLst>
          </p:cNvPr>
          <p:cNvSpPr txBox="1"/>
          <p:nvPr/>
        </p:nvSpPr>
        <p:spPr>
          <a:xfrm>
            <a:off x="11022029" y="4096838"/>
            <a:ext cx="1859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Calibrate display</a:t>
            </a:r>
            <a:endParaRPr lang="en-DK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8082921-A7D8-4FC2-F47E-57DCB34550A2}"/>
              </a:ext>
            </a:extLst>
          </p:cNvPr>
          <p:cNvCxnSpPr>
            <a:stCxn id="5" idx="2"/>
            <a:endCxn id="4" idx="0"/>
          </p:cNvCxnSpPr>
          <p:nvPr/>
        </p:nvCxnSpPr>
        <p:spPr>
          <a:xfrm>
            <a:off x="11951579" y="4466170"/>
            <a:ext cx="0" cy="29971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3800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6491ACD-546A-629E-51B5-827B3BF72F56}"/>
              </a:ext>
            </a:extLst>
          </p:cNvPr>
          <p:cNvGrpSpPr/>
          <p:nvPr/>
        </p:nvGrpSpPr>
        <p:grpSpPr>
          <a:xfrm>
            <a:off x="3605613" y="4518445"/>
            <a:ext cx="7194943" cy="3789292"/>
            <a:chOff x="4199247" y="2820274"/>
            <a:chExt cx="10183646" cy="5363323"/>
          </a:xfrm>
        </p:grpSpPr>
        <p:pic>
          <p:nvPicPr>
            <p:cNvPr id="3" name="Picture 2" descr="The image displays a digital interface with fields for license information, including the holder's name, contact details, type of license, and a validity check for third-party equipment usage.&#10;&#10;AI-generated content may be incorrect.">
              <a:extLst>
                <a:ext uri="{FF2B5EF4-FFF2-40B4-BE49-F238E27FC236}">
                  <a16:creationId xmlns:a16="http://schemas.microsoft.com/office/drawing/2014/main" id="{ACDE15FA-0E08-6F64-9298-648899A71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99247" y="2820274"/>
              <a:ext cx="10183646" cy="5363323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F230108-36DF-9FCB-7F01-72CD0E178A0F}"/>
                </a:ext>
              </a:extLst>
            </p:cNvPr>
            <p:cNvSpPr/>
            <p:nvPr/>
          </p:nvSpPr>
          <p:spPr>
            <a:xfrm>
              <a:off x="10177463" y="5129213"/>
              <a:ext cx="1400175" cy="2238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E5CFFA0-FFC7-55A8-E342-270D8B52EF80}"/>
                </a:ext>
              </a:extLst>
            </p:cNvPr>
            <p:cNvSpPr/>
            <p:nvPr/>
          </p:nvSpPr>
          <p:spPr>
            <a:xfrm>
              <a:off x="10177463" y="5390016"/>
              <a:ext cx="1400175" cy="2238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9BCA02C9-66CC-7F9B-0606-AD639F06B391}"/>
              </a:ext>
            </a:extLst>
          </p:cNvPr>
          <p:cNvSpPr/>
          <p:nvPr/>
        </p:nvSpPr>
        <p:spPr>
          <a:xfrm>
            <a:off x="10384129" y="4753188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CC66D21-14BE-64CE-983A-DB9D86EE83A1}"/>
              </a:ext>
            </a:extLst>
          </p:cNvPr>
          <p:cNvSpPr/>
          <p:nvPr/>
        </p:nvSpPr>
        <p:spPr>
          <a:xfrm>
            <a:off x="10315279" y="5305638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9073931-3C18-C863-875E-3686468A1ABC}"/>
              </a:ext>
            </a:extLst>
          </p:cNvPr>
          <p:cNvSpPr/>
          <p:nvPr/>
        </p:nvSpPr>
        <p:spPr>
          <a:xfrm>
            <a:off x="9974002" y="5305638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43C381-BA41-667A-956B-28628958C8F1}"/>
              </a:ext>
            </a:extLst>
          </p:cNvPr>
          <p:cNvSpPr txBox="1"/>
          <p:nvPr/>
        </p:nvSpPr>
        <p:spPr>
          <a:xfrm>
            <a:off x="10934542" y="4712522"/>
            <a:ext cx="1761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license</a:t>
            </a:r>
            <a:endParaRPr lang="en-DK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FAD287-934B-8F75-766C-9D85B6D8C77B}"/>
              </a:ext>
            </a:extLst>
          </p:cNvPr>
          <p:cNvSpPr txBox="1"/>
          <p:nvPr/>
        </p:nvSpPr>
        <p:spPr>
          <a:xfrm>
            <a:off x="10934542" y="5264972"/>
            <a:ext cx="197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Deregister license</a:t>
            </a:r>
            <a:endParaRPr lang="en-DK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376539-F264-1F5C-76A9-DA45B741B141}"/>
              </a:ext>
            </a:extLst>
          </p:cNvPr>
          <p:cNvSpPr txBox="1"/>
          <p:nvPr/>
        </p:nvSpPr>
        <p:spPr>
          <a:xfrm>
            <a:off x="10934542" y="5780423"/>
            <a:ext cx="1713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Refresh license</a:t>
            </a:r>
            <a:endParaRPr lang="en-DK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B76E38-1888-6C25-47D9-4AEBCD4A12D5}"/>
              </a:ext>
            </a:extLst>
          </p:cNvPr>
          <p:cNvCxnSpPr>
            <a:stCxn id="10" idx="1"/>
            <a:endCxn id="7" idx="6"/>
          </p:cNvCxnSpPr>
          <p:nvPr/>
        </p:nvCxnSpPr>
        <p:spPr>
          <a:xfrm flipH="1">
            <a:off x="10672129" y="4897188"/>
            <a:ext cx="26241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E45D4CE-AC4A-B06A-06BD-35382B17ADA0}"/>
              </a:ext>
            </a:extLst>
          </p:cNvPr>
          <p:cNvCxnSpPr>
            <a:cxnSpLocks/>
            <a:stCxn id="11" idx="1"/>
            <a:endCxn id="8" idx="6"/>
          </p:cNvCxnSpPr>
          <p:nvPr/>
        </p:nvCxnSpPr>
        <p:spPr>
          <a:xfrm flipH="1">
            <a:off x="10603279" y="5449638"/>
            <a:ext cx="33126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25E8CBD-67FF-C907-3618-5037005EF899}"/>
              </a:ext>
            </a:extLst>
          </p:cNvPr>
          <p:cNvCxnSpPr>
            <a:stCxn id="12" idx="1"/>
            <a:endCxn id="9" idx="4"/>
          </p:cNvCxnSpPr>
          <p:nvPr/>
        </p:nvCxnSpPr>
        <p:spPr>
          <a:xfrm rot="10800000">
            <a:off x="10118002" y="5593639"/>
            <a:ext cx="816540" cy="371451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346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10</Words>
  <Application>Microsoft Office PowerPoint</Application>
  <PresentationFormat>Custom</PresentationFormat>
  <Paragraphs>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23</cp:revision>
  <dcterms:created xsi:type="dcterms:W3CDTF">2024-11-30T15:01:51Z</dcterms:created>
  <dcterms:modified xsi:type="dcterms:W3CDTF">2026-02-25T08:12:39Z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