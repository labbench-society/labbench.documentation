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53" d="100"/>
          <a:sy n="53" d="100"/>
        </p:scale>
        <p:origin x="3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 user interface of the LabBench Designer software, featuring various system components such as logging, access control, and calibration, with a log directory path displayed.&#10;&#10;AI-generated content may be incorrect.">
            <a:extLst>
              <a:ext uri="{FF2B5EF4-FFF2-40B4-BE49-F238E27FC236}">
                <a16:creationId xmlns:a16="http://schemas.microsoft.com/office/drawing/2014/main" id="{6EED5F7F-4672-25C9-36AF-48E7EAC96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94" y="4385469"/>
            <a:ext cx="7200000" cy="405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6dfb7b4b-871d-4c24-9d42-16b14ecd044c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2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13</cp:revision>
  <dcterms:created xsi:type="dcterms:W3CDTF">2024-11-30T15:01:51Z</dcterms:created>
  <dcterms:modified xsi:type="dcterms:W3CDTF">2026-02-24T17:10:18Z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