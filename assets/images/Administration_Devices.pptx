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8"/>
  </p:notesMasterIdLst>
  <p:sldIdLst>
    <p:sldId id="256" r:id="rId5"/>
    <p:sldId id="257" r:id="rId6"/>
    <p:sldId id="258" r:id="rId7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>
        <p:scale>
          <a:sx n="150" d="100"/>
          <a:sy n="150" d="100"/>
        </p:scale>
        <p:origin x="-6138" y="-4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66010-90F5-41E6-AAE8-7E580DBF8C7C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857250"/>
            <a:ext cx="34734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644BD-399A-490A-99CC-829CA96D115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665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Joystick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6915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LabBench I/O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939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24/02/2026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the LabBench Designer software interface, showcasing various devices and protocols for lab automation.&#10;&#10;AI-generated content may be incorrect.">
            <a:extLst>
              <a:ext uri="{FF2B5EF4-FFF2-40B4-BE49-F238E27FC236}">
                <a16:creationId xmlns:a16="http://schemas.microsoft.com/office/drawing/2014/main" id="{4470B491-FE05-FD6D-490E-ABD22847F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926" y="5687617"/>
            <a:ext cx="5400000" cy="30249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C8F954-AC2D-3DE5-03E3-D945BB659DDF}"/>
              </a:ext>
            </a:extLst>
          </p:cNvPr>
          <p:cNvSpPr txBox="1"/>
          <p:nvPr/>
        </p:nvSpPr>
        <p:spPr>
          <a:xfrm>
            <a:off x="8809462" y="5135881"/>
            <a:ext cx="2234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Select type of device</a:t>
            </a:r>
            <a:endParaRPr lang="en-DK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BF01621-F99C-5BFF-EEAD-83724B7663F6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26788" y="5505213"/>
            <a:ext cx="0" cy="6318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7D4966F-F2BB-D387-CD21-F6D721154E6D}"/>
              </a:ext>
            </a:extLst>
          </p:cNvPr>
          <p:cNvSpPr txBox="1"/>
          <p:nvPr/>
        </p:nvSpPr>
        <p:spPr>
          <a:xfrm>
            <a:off x="11089112" y="5135881"/>
            <a:ext cx="243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List of added devices</a:t>
            </a:r>
            <a:endParaRPr lang="en-DK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4BF185-A7C4-B839-FB6A-460F6A61BBC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2304130" y="5505213"/>
            <a:ext cx="0" cy="6318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6FA5FB4-0211-5C25-AB05-D729EB423C27}"/>
              </a:ext>
            </a:extLst>
          </p:cNvPr>
          <p:cNvSpPr/>
          <p:nvPr/>
        </p:nvSpPr>
        <p:spPr>
          <a:xfrm>
            <a:off x="13519148" y="5994400"/>
            <a:ext cx="216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D00C571-A643-C266-836B-3EEEBC642773}"/>
              </a:ext>
            </a:extLst>
          </p:cNvPr>
          <p:cNvSpPr/>
          <p:nvPr/>
        </p:nvSpPr>
        <p:spPr>
          <a:xfrm>
            <a:off x="13423762" y="6301183"/>
            <a:ext cx="240314" cy="16311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B2632E-171D-2004-25B9-439215DC3570}"/>
              </a:ext>
            </a:extLst>
          </p:cNvPr>
          <p:cNvSpPr txBox="1"/>
          <p:nvPr/>
        </p:nvSpPr>
        <p:spPr>
          <a:xfrm>
            <a:off x="13867925" y="5505213"/>
            <a:ext cx="153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Add devices</a:t>
            </a:r>
            <a:endParaRPr lang="en-DK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0998B3-CB9E-B99B-6176-73490EEAA00C}"/>
              </a:ext>
            </a:extLst>
          </p:cNvPr>
          <p:cNvSpPr txBox="1"/>
          <p:nvPr/>
        </p:nvSpPr>
        <p:spPr>
          <a:xfrm>
            <a:off x="13925075" y="6198075"/>
            <a:ext cx="1861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Remove device</a:t>
            </a:r>
            <a:endParaRPr lang="en-DK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0B908E-69EE-CD2F-77BB-71FE87F99155}"/>
              </a:ext>
            </a:extLst>
          </p:cNvPr>
          <p:cNvCxnSpPr>
            <a:cxnSpLocks/>
            <a:stCxn id="16" idx="1"/>
            <a:endCxn id="14" idx="3"/>
          </p:cNvCxnSpPr>
          <p:nvPr/>
        </p:nvCxnSpPr>
        <p:spPr>
          <a:xfrm flipH="1">
            <a:off x="13664076" y="6382741"/>
            <a:ext cx="260999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0C7B4FD-7E17-1023-BA52-8EB57E4B5CB7}"/>
              </a:ext>
            </a:extLst>
          </p:cNvPr>
          <p:cNvCxnSpPr>
            <a:cxnSpLocks/>
            <a:stCxn id="15" idx="2"/>
            <a:endCxn id="13" idx="6"/>
          </p:cNvCxnSpPr>
          <p:nvPr/>
        </p:nvCxnSpPr>
        <p:spPr>
          <a:xfrm rot="5400000">
            <a:off x="14071904" y="5537790"/>
            <a:ext cx="227855" cy="901365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BD65E3-1C50-0375-80C9-8926F6016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786" y="5467373"/>
            <a:ext cx="4349013" cy="24116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C2CA4C-0D8C-2D0A-ADDF-E9B7D0D57AA3}"/>
              </a:ext>
            </a:extLst>
          </p:cNvPr>
          <p:cNvSpPr txBox="1"/>
          <p:nvPr/>
        </p:nvSpPr>
        <p:spPr>
          <a:xfrm>
            <a:off x="12202980" y="5282707"/>
            <a:ext cx="1540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Scan all ports</a:t>
            </a:r>
            <a:endParaRPr lang="en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4964D-822C-F66F-8C0D-0F7CB1C43E35}"/>
              </a:ext>
            </a:extLst>
          </p:cNvPr>
          <p:cNvSpPr txBox="1"/>
          <p:nvPr/>
        </p:nvSpPr>
        <p:spPr>
          <a:xfrm>
            <a:off x="12202980" y="5931376"/>
            <a:ext cx="1140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Scan port</a:t>
            </a:r>
            <a:endParaRPr lang="en-DK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528B7E-4AAA-3319-9B59-3FD21A64EC6E}"/>
              </a:ext>
            </a:extLst>
          </p:cNvPr>
          <p:cNvCxnSpPr>
            <a:cxnSpLocks/>
            <a:stCxn id="5" idx="1"/>
            <a:endCxn id="8" idx="3"/>
          </p:cNvCxnSpPr>
          <p:nvPr/>
        </p:nvCxnSpPr>
        <p:spPr>
          <a:xfrm flipH="1">
            <a:off x="11919047" y="6116042"/>
            <a:ext cx="28393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FA3EBFF-B519-9FB5-1EC5-54004CC1F8C0}"/>
              </a:ext>
            </a:extLst>
          </p:cNvPr>
          <p:cNvSpPr/>
          <p:nvPr/>
        </p:nvSpPr>
        <p:spPr>
          <a:xfrm>
            <a:off x="11703048" y="5672592"/>
            <a:ext cx="216000" cy="21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FA8D30-3613-2211-7874-08022F2F2EE9}"/>
              </a:ext>
            </a:extLst>
          </p:cNvPr>
          <p:cNvSpPr/>
          <p:nvPr/>
        </p:nvSpPr>
        <p:spPr>
          <a:xfrm>
            <a:off x="11582890" y="6008042"/>
            <a:ext cx="336157" cy="216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3D5F914A-1ADF-346E-B1D8-AB1DEEDE5FB5}"/>
              </a:ext>
            </a:extLst>
          </p:cNvPr>
          <p:cNvCxnSpPr>
            <a:cxnSpLocks/>
            <a:stCxn id="4" idx="2"/>
            <a:endCxn id="7" idx="6"/>
          </p:cNvCxnSpPr>
          <p:nvPr/>
        </p:nvCxnSpPr>
        <p:spPr>
          <a:xfrm rot="5400000">
            <a:off x="12381780" y="5189308"/>
            <a:ext cx="128553" cy="1054015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479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A564CC-9787-81D0-1858-1CD0071D2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868" y="5785643"/>
            <a:ext cx="490537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202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F670CE-B0AA-4D52-AFC6-AA4BF7D46EEA}">
  <ds:schemaRefs>
    <ds:schemaRef ds:uri="http://schemas.microsoft.com/office/2006/metadata/properties"/>
    <ds:schemaRef ds:uri="http://schemas.microsoft.com/office/infopath/2007/PartnerControls"/>
    <ds:schemaRef ds:uri="6dfb7b4b-871d-4c24-9d42-16b14ecd044c"/>
    <ds:schemaRef ds:uri="51c7d8ad-74c8-4833-8478-0d0a5cafce0c"/>
  </ds:schemaRefs>
</ds:datastoreItem>
</file>

<file path=customXml/itemProps3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24</Words>
  <Application>Microsoft Office PowerPoint</Application>
  <PresentationFormat>Custom</PresentationFormat>
  <Paragraphs>10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17</cp:revision>
  <dcterms:created xsi:type="dcterms:W3CDTF">2024-11-30T15:01:51Z</dcterms:created>
  <dcterms:modified xsi:type="dcterms:W3CDTF">2026-02-24T17:47:55Z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