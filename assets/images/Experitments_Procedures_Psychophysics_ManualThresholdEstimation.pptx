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9"/>
  </p:notesMasterIdLst>
  <p:sldIdLst>
    <p:sldId id="256" r:id="rId5"/>
    <p:sldId id="258" r:id="rId6"/>
    <p:sldId id="259" r:id="rId7"/>
    <p:sldId id="257" r:id="rId8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 varScale="1">
        <p:scale>
          <a:sx n="46" d="100"/>
          <a:sy n="4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Yes/No Response Task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197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Interval Forced Choice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05525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Interval Forced Choice Response Task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510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is an interactive quiz question asking the user to choose between two intervals (A or B) to indicate when they felt two points.&#10;&#10;AI-generated content may be incorrect.">
            <a:extLst>
              <a:ext uri="{FF2B5EF4-FFF2-40B4-BE49-F238E27FC236}">
                <a16:creationId xmlns:a16="http://schemas.microsoft.com/office/drawing/2014/main" id="{2982EE1D-7726-9A22-F516-6B99E8B1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71" y="4766586"/>
            <a:ext cx="6211167" cy="45345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6CC565-E787-DECD-396C-F605E077FE1F}"/>
              </a:ext>
            </a:extLst>
          </p:cNvPr>
          <p:cNvSpPr/>
          <p:nvPr/>
        </p:nvSpPr>
        <p:spPr>
          <a:xfrm>
            <a:off x="5753171" y="4878878"/>
            <a:ext cx="6211167" cy="312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BA023-8D58-7080-351C-1C2F4AF10521}"/>
              </a:ext>
            </a:extLst>
          </p:cNvPr>
          <p:cNvCxnSpPr>
            <a:cxnSpLocks/>
            <a:stCxn id="23" idx="1"/>
            <a:endCxn id="11" idx="3"/>
          </p:cNvCxnSpPr>
          <p:nvPr/>
        </p:nvCxnSpPr>
        <p:spPr>
          <a:xfrm flipH="1">
            <a:off x="11964337" y="5373574"/>
            <a:ext cx="510919" cy="44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3F6CB0-E8F1-F0EC-C6EA-81A05CFA9E97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flipH="1">
            <a:off x="11903982" y="7004857"/>
            <a:ext cx="57127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E3F4FDD-35A3-A5EE-3C3A-87D8163553BC}"/>
              </a:ext>
            </a:extLst>
          </p:cNvPr>
          <p:cNvSpPr/>
          <p:nvPr/>
        </p:nvSpPr>
        <p:spPr>
          <a:xfrm>
            <a:off x="5753170" y="5191298"/>
            <a:ext cx="6211167" cy="373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2B6747-61C4-3757-9079-24B5D80601B4}"/>
              </a:ext>
            </a:extLst>
          </p:cNvPr>
          <p:cNvSpPr/>
          <p:nvPr/>
        </p:nvSpPr>
        <p:spPr>
          <a:xfrm flipV="1">
            <a:off x="5816137" y="5877097"/>
            <a:ext cx="6087845" cy="2255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39ACD9-BF0A-4142-4916-870E64CBB241}"/>
              </a:ext>
            </a:extLst>
          </p:cNvPr>
          <p:cNvSpPr/>
          <p:nvPr/>
        </p:nvSpPr>
        <p:spPr>
          <a:xfrm>
            <a:off x="5816137" y="8344121"/>
            <a:ext cx="6087845" cy="452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49719F-DAB6-39A3-57CF-BCF751C99F68}"/>
              </a:ext>
            </a:extLst>
          </p:cNvPr>
          <p:cNvSpPr/>
          <p:nvPr/>
        </p:nvSpPr>
        <p:spPr>
          <a:xfrm>
            <a:off x="5816137" y="8792141"/>
            <a:ext cx="6087845" cy="505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32414-D38B-E887-7B0A-70C29A6BD129}"/>
              </a:ext>
            </a:extLst>
          </p:cNvPr>
          <p:cNvSpPr txBox="1"/>
          <p:nvPr/>
        </p:nvSpPr>
        <p:spPr>
          <a:xfrm>
            <a:off x="12475256" y="6712469"/>
            <a:ext cx="1834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Options</a:t>
            </a:r>
            <a:endParaRPr lang="en-DK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54EB0D-8BAC-5971-178B-B157AE60BFE3}"/>
              </a:ext>
            </a:extLst>
          </p:cNvPr>
          <p:cNvSpPr txBox="1"/>
          <p:nvPr/>
        </p:nvSpPr>
        <p:spPr>
          <a:xfrm>
            <a:off x="12475256" y="8277769"/>
            <a:ext cx="4044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Response question</a:t>
            </a:r>
            <a:endParaRPr lang="en-DK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0E0646-7795-0C0A-001A-49E1A90198AC}"/>
              </a:ext>
            </a:extLst>
          </p:cNvPr>
          <p:cNvSpPr txBox="1"/>
          <p:nvPr/>
        </p:nvSpPr>
        <p:spPr>
          <a:xfrm>
            <a:off x="12475256" y="8752534"/>
            <a:ext cx="4044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Answer</a:t>
            </a:r>
            <a:endParaRPr lang="en-DK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73288-9E9F-C9C1-7EDE-91667642291C}"/>
              </a:ext>
            </a:extLst>
          </p:cNvPr>
          <p:cNvSpPr txBox="1"/>
          <p:nvPr/>
        </p:nvSpPr>
        <p:spPr>
          <a:xfrm>
            <a:off x="12475256" y="4742700"/>
            <a:ext cx="4044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Intensity</a:t>
            </a:r>
            <a:endParaRPr lang="en-DK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00D71-9574-CC18-B7DC-AD46152D395A}"/>
              </a:ext>
            </a:extLst>
          </p:cNvPr>
          <p:cNvSpPr txBox="1"/>
          <p:nvPr/>
        </p:nvSpPr>
        <p:spPr>
          <a:xfrm>
            <a:off x="12475256" y="5081186"/>
            <a:ext cx="4044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Progress</a:t>
            </a:r>
            <a:endParaRPr lang="en-DK" sz="3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27365-E0EE-618C-5C22-5F0438784ABB}"/>
              </a:ext>
            </a:extLst>
          </p:cNvPr>
          <p:cNvCxnSpPr>
            <a:cxnSpLocks/>
            <a:stCxn id="18" idx="1"/>
            <a:endCxn id="15" idx="3"/>
          </p:cNvCxnSpPr>
          <p:nvPr/>
        </p:nvCxnSpPr>
        <p:spPr>
          <a:xfrm flipH="1">
            <a:off x="11903982" y="9044922"/>
            <a:ext cx="57127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DF0BA1-ED82-580F-A00B-7B34A45C2A7F}"/>
              </a:ext>
            </a:extLst>
          </p:cNvPr>
          <p:cNvCxnSpPr>
            <a:cxnSpLocks/>
            <a:stCxn id="17" idx="1"/>
            <a:endCxn id="14" idx="3"/>
          </p:cNvCxnSpPr>
          <p:nvPr/>
        </p:nvCxnSpPr>
        <p:spPr>
          <a:xfrm flipH="1" flipV="1">
            <a:off x="11903982" y="8570156"/>
            <a:ext cx="57127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es.&#10;&#10;AI-generated content may be incorrect.">
            <a:extLst>
              <a:ext uri="{FF2B5EF4-FFF2-40B4-BE49-F238E27FC236}">
                <a16:creationId xmlns:a16="http://schemas.microsoft.com/office/drawing/2014/main" id="{3DB8C383-C983-4640-CB40-12A229D54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94" y="5375814"/>
            <a:ext cx="6087325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1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visual representation of a diagram asking whether two points are oriented along the same line (Along) or perpendicular to each other (Across).&#10;&#10;AI-generated content may be incorrect.">
            <a:extLst>
              <a:ext uri="{FF2B5EF4-FFF2-40B4-BE49-F238E27FC236}">
                <a16:creationId xmlns:a16="http://schemas.microsoft.com/office/drawing/2014/main" id="{2FA0DAD8-537A-4D97-D159-D34ED6440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289" y="5385340"/>
            <a:ext cx="634453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1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depicts a question prompting the user to identify when they felt two points, offering two interval options, A and B.&#10;&#10;AI-generated content may be incorrect.">
            <a:extLst>
              <a:ext uri="{FF2B5EF4-FFF2-40B4-BE49-F238E27FC236}">
                <a16:creationId xmlns:a16="http://schemas.microsoft.com/office/drawing/2014/main" id="{BCAAFD94-D79A-AA1C-ABFB-DBB666547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026" y="5661604"/>
            <a:ext cx="6173061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0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purl.org/dc/elements/1.1/"/>
    <ds:schemaRef ds:uri="51c7d8ad-74c8-4833-8478-0d0a5cafce0c"/>
    <ds:schemaRef ds:uri="http://purl.org/dc/terms/"/>
    <ds:schemaRef ds:uri="6dfb7b4b-871d-4c24-9d42-16b14ecd044c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26</Words>
  <Application>Microsoft Office PowerPoint</Application>
  <PresentationFormat>Custom</PresentationFormat>
  <Paragraphs>13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56</cp:revision>
  <dcterms:created xsi:type="dcterms:W3CDTF">2024-11-30T15:01:51Z</dcterms:created>
  <dcterms:modified xsi:type="dcterms:W3CDTF">2026-04-28T08:29:44Z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