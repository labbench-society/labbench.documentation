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>
        <p:scale>
          <a:sx n="50" d="100"/>
          <a:sy n="50" d="100"/>
        </p:scale>
        <p:origin x="1392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diagram shows a stimulation pattern over time, with time intervals marked from 12 to 27 seconds.&#10;&#10;AI-generated content may be incorrect.">
            <a:extLst>
              <a:ext uri="{FF2B5EF4-FFF2-40B4-BE49-F238E27FC236}">
                <a16:creationId xmlns:a16="http://schemas.microsoft.com/office/drawing/2014/main" id="{5BE7592B-678B-3146-357D-02029DD9E8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4"/>
          <a:stretch>
            <a:fillRect/>
          </a:stretch>
        </p:blipFill>
        <p:spPr>
          <a:xfrm>
            <a:off x="7228029" y="4685155"/>
            <a:ext cx="7145053" cy="50299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6CC565-E787-DECD-396C-F605E077FE1F}"/>
              </a:ext>
            </a:extLst>
          </p:cNvPr>
          <p:cNvSpPr/>
          <p:nvPr/>
        </p:nvSpPr>
        <p:spPr>
          <a:xfrm>
            <a:off x="7228029" y="4694401"/>
            <a:ext cx="7145053" cy="4802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6A19D-7A6D-5907-77C9-117C1F27A18B}"/>
              </a:ext>
            </a:extLst>
          </p:cNvPr>
          <p:cNvSpPr/>
          <p:nvPr/>
        </p:nvSpPr>
        <p:spPr>
          <a:xfrm>
            <a:off x="7228029" y="9494324"/>
            <a:ext cx="7145053" cy="29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92C86-570A-07B2-D599-5332A80B853F}"/>
              </a:ext>
            </a:extLst>
          </p:cNvPr>
          <p:cNvSpPr txBox="1"/>
          <p:nvPr/>
        </p:nvSpPr>
        <p:spPr>
          <a:xfrm>
            <a:off x="15319405" y="6803458"/>
            <a:ext cx="4063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Stimulation sequence</a:t>
            </a:r>
            <a:endParaRPr lang="en-DK" sz="3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BA023-8D58-7080-351C-1C2F4AF10521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>
            <a:off x="14373082" y="7095846"/>
            <a:ext cx="9463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026118-FA07-4E73-8C78-91EA87A038AB}"/>
              </a:ext>
            </a:extLst>
          </p:cNvPr>
          <p:cNvSpPr txBox="1"/>
          <p:nvPr/>
        </p:nvSpPr>
        <p:spPr>
          <a:xfrm>
            <a:off x="15319405" y="9348130"/>
            <a:ext cx="3848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Stimulation progress</a:t>
            </a:r>
            <a:endParaRPr lang="en-DK"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0E7C4-83C8-884D-735D-BEE028885075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>
            <a:off x="14373082" y="9640518"/>
            <a:ext cx="9463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6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49</cp:revision>
  <dcterms:created xsi:type="dcterms:W3CDTF">2024-11-30T15:01:51Z</dcterms:created>
  <dcterms:modified xsi:type="dcterms:W3CDTF">2026-04-24T06:29:08Z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