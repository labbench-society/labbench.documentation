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21601113" cy="144002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8DBBD2-E51C-4F65-B024-D25F532E7882}" v="5" dt="2024-11-30T15:03:0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41" autoAdjust="0"/>
  </p:normalViewPr>
  <p:slideViewPr>
    <p:cSldViewPr snapToGrid="0">
      <p:cViewPr>
        <p:scale>
          <a:sx n="125" d="100"/>
          <a:sy n="125" d="100"/>
        </p:scale>
        <p:origin x="-4560" y="-3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ian Hennings" userId="c750005e-88d6-4112-85a2-8817d1a82a89" providerId="ADAL" clId="{AE8DBBD2-E51C-4F65-B024-D25F532E7882}"/>
    <pc:docChg chg="custSel addSld modSld">
      <pc:chgData name="Kristian Hennings" userId="c750005e-88d6-4112-85a2-8817d1a82a89" providerId="ADAL" clId="{AE8DBBD2-E51C-4F65-B024-D25F532E7882}" dt="2024-11-30T15:03:11.439" v="7" actId="478"/>
      <pc:docMkLst>
        <pc:docMk/>
      </pc:docMkLst>
      <pc:sldChg chg="addSp delSp modSp new mod modClrScheme chgLayout">
        <pc:chgData name="Kristian Hennings" userId="c750005e-88d6-4112-85a2-8817d1a82a89" providerId="ADAL" clId="{AE8DBBD2-E51C-4F65-B024-D25F532E7882}" dt="2024-11-30T15:03:11.439" v="7" actId="478"/>
        <pc:sldMkLst>
          <pc:docMk/>
          <pc:sldMk cId="786876301" sldId="256"/>
        </pc:sldMkLst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2" creationId="{233B9773-ED68-8F58-6FE5-3F61B3109FB8}"/>
          </ac:spMkLst>
        </pc:spChg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3" creationId="{5CA84863-22F8-24CD-7F7A-747DCE2C3CD1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6" creationId="{50B3C1AC-38B5-7C2B-7AB2-CC309C214B33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7" creationId="{31F0E11A-522D-47E9-7635-166DD0A2974A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8" creationId="{6D7CE593-AF9A-7FF0-2A7F-05E9EE1E676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9" creationId="{683517AC-88EF-D88B-601B-2C14C16C040C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0" creationId="{48B1CA42-3DC2-E001-6EF1-AF0C28591EF9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1" creationId="{16FF281D-A8BD-D5BA-C437-31E2085B32D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2" creationId="{3E6C226E-4660-CBFF-D7AF-D5CA335D261E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3" creationId="{D91DF96F-0D96-607D-C771-13F9FA8FBF6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6" creationId="{A1400182-4DB4-9A3A-9A6E-2528C280E06D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7" creationId="{65C8A0F9-5CF2-3DF0-B048-1D4779C72C03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8" creationId="{D5929FD8-EA32-6662-A27B-83AE3B49317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9" creationId="{7A6E53D8-2974-3777-FF46-B4618FD65878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0" creationId="{5F025A39-B3B7-D9DC-0C20-796AFEC39D7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1" creationId="{4CAED8EB-CF82-344F-8E6F-D62305E839E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2" creationId="{B6B20E5E-BAA5-FDC4-6BC7-D3BFD3FB139E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3" creationId="{6125D2AD-E8CE-6286-FD7D-D67D947DEB67}"/>
          </ac:spMkLst>
        </pc:spChg>
        <pc:grpChg chg="add del mod">
          <ac:chgData name="Kristian Hennings" userId="c750005e-88d6-4112-85a2-8817d1a82a89" providerId="ADAL" clId="{AE8DBBD2-E51C-4F65-B024-D25F532E7882}" dt="2024-11-30T15:02:55.439" v="4" actId="478"/>
          <ac:grpSpMkLst>
            <pc:docMk/>
            <pc:sldMk cId="786876301" sldId="256"/>
            <ac:grpSpMk id="4" creationId="{00261F2C-ECA6-FF7E-3E02-37E2612876E7}"/>
          </ac:grpSpMkLst>
        </pc:grpChg>
        <pc:grpChg chg="add del mod">
          <ac:chgData name="Kristian Hennings" userId="c750005e-88d6-4112-85a2-8817d1a82a89" providerId="ADAL" clId="{AE8DBBD2-E51C-4F65-B024-D25F532E7882}" dt="2024-11-30T15:03:11.439" v="7" actId="478"/>
          <ac:grpSpMkLst>
            <pc:docMk/>
            <pc:sldMk cId="786876301" sldId="256"/>
            <ac:grpSpMk id="14" creationId="{DB8CB27C-E840-C338-459D-1D6AD9CDBC8C}"/>
          </ac:grpSpMkLst>
        </pc:grpChg>
        <pc:picChg chg="mod">
          <ac:chgData name="Kristian Hennings" userId="c750005e-88d6-4112-85a2-8817d1a82a89" providerId="ADAL" clId="{AE8DBBD2-E51C-4F65-B024-D25F532E7882}" dt="2024-11-30T15:02:52.460" v="2"/>
          <ac:picMkLst>
            <pc:docMk/>
            <pc:sldMk cId="786876301" sldId="256"/>
            <ac:picMk id="5" creationId="{4A2FDB25-387F-61ED-FB5F-DDA9AD1D115C}"/>
          </ac:picMkLst>
        </pc:picChg>
        <pc:picChg chg="mod">
          <ac:chgData name="Kristian Hennings" userId="c750005e-88d6-4112-85a2-8817d1a82a89" providerId="ADAL" clId="{AE8DBBD2-E51C-4F65-B024-D25F532E7882}" dt="2024-11-30T15:03:06.432" v="5"/>
          <ac:picMkLst>
            <pc:docMk/>
            <pc:sldMk cId="786876301" sldId="256"/>
            <ac:picMk id="15" creationId="{99956B02-D2EE-5928-617A-E02A2618E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66010-90F5-41E6-AAE8-7E580DBF8C7C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35275" y="857250"/>
            <a:ext cx="347345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644BD-399A-490A-99CC-829CA96D115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6665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Pulse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6915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84" y="2356703"/>
            <a:ext cx="1836094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139" y="7563446"/>
            <a:ext cx="16200835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10599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4726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827" y="3590057"/>
            <a:ext cx="1863096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827" y="9636813"/>
            <a:ext cx="1863096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8422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077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5563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28566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766681"/>
            <a:ext cx="1863096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892" y="3530053"/>
            <a:ext cx="913828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892" y="5260078"/>
            <a:ext cx="9138282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5564" y="3530053"/>
            <a:ext cx="9183287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5564" y="5260078"/>
            <a:ext cx="9183287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96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796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38033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3287" y="2073367"/>
            <a:ext cx="10935563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252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3287" y="2073367"/>
            <a:ext cx="10935563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254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3457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8298" y="766678"/>
            <a:ext cx="4657740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078" y="766678"/>
            <a:ext cx="13703206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422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077" y="766681"/>
            <a:ext cx="1863096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077" y="3833390"/>
            <a:ext cx="1863096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077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65E3F-0B9F-47C9-9E08-5C827E095B3E}" type="datetimeFigureOut">
              <a:rPr lang="en-DK" smtClean="0"/>
              <a:t>27/04/2026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5369" y="13346867"/>
            <a:ext cx="729037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5786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30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shows a linear relationship between current (mA) and time (ms), indicating a constant increase in current over time.&#10;&#10;AI-generated content may be incorrect.">
            <a:extLst>
              <a:ext uri="{FF2B5EF4-FFF2-40B4-BE49-F238E27FC236}">
                <a16:creationId xmlns:a16="http://schemas.microsoft.com/office/drawing/2014/main" id="{AB9273FB-1AEB-DC8B-FA62-ED4BECC62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316" y="5575867"/>
            <a:ext cx="5420481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876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illustrates a linear relationship between stimulus (in mA) and current (in mA), with values ranging from -2 to 10 mA, plotted over time (in milliseconds).&#10;&#10;AI-generated content may be incorrect.">
            <a:extLst>
              <a:ext uri="{FF2B5EF4-FFF2-40B4-BE49-F238E27FC236}">
                <a16:creationId xmlns:a16="http://schemas.microsoft.com/office/drawing/2014/main" id="{5BD372D0-3DC2-A23C-212D-3715BD05EA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316" y="5552051"/>
            <a:ext cx="5420481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695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shows a current versus time graph, indicating a stimulus with peaks at 3 mA and -2 mA over a time span from 0 to 10 milliseconds.&#10;&#10;AI-generated content may be incorrect.">
            <a:extLst>
              <a:ext uri="{FF2B5EF4-FFF2-40B4-BE49-F238E27FC236}">
                <a16:creationId xmlns:a16="http://schemas.microsoft.com/office/drawing/2014/main" id="{859EF9B1-E1F9-E398-3B24-FDAA54ED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605" y="5552051"/>
            <a:ext cx="5391902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567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depicts a linear relationship between stimulus (in milliamps) and current (in mA) over time (in milliseconds).&#10;&#10;AI-generated content may be incorrect.">
            <a:extLst>
              <a:ext uri="{FF2B5EF4-FFF2-40B4-BE49-F238E27FC236}">
                <a16:creationId xmlns:a16="http://schemas.microsoft.com/office/drawing/2014/main" id="{4D0FEE4D-947E-A598-33A8-349AB56BC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605" y="5552051"/>
            <a:ext cx="5391902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459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depicts a waveform graph with a sinusoidal pattern, indicating a periodic stimulus current with a peak of 1 mA, oscillating over time in milliseconds.&#10;&#10;AI-generated content may be incorrect.">
            <a:extLst>
              <a:ext uri="{FF2B5EF4-FFF2-40B4-BE49-F238E27FC236}">
                <a16:creationId xmlns:a16="http://schemas.microsoft.com/office/drawing/2014/main" id="{F8EF547F-8F33-CB0C-AEED-466D57BB2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947" y="5537762"/>
            <a:ext cx="5325218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271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displays a current (mA) versus time (ms) graph with a linear increase in current over time.&#10;&#10;AI-generated content may be incorrect.">
            <a:extLst>
              <a:ext uri="{FF2B5EF4-FFF2-40B4-BE49-F238E27FC236}">
                <a16:creationId xmlns:a16="http://schemas.microsoft.com/office/drawing/2014/main" id="{0AD835A8-81F5-C8C8-742E-A05DB44CB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026" y="5556814"/>
            <a:ext cx="5449060" cy="32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667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displays a graph of current (in milliamps) over time (in milliseconds), showing a current pulse that peaks at 4 mA and then returns to zero.&#10;&#10;AI-generated content may be incorrect.">
            <a:extLst>
              <a:ext uri="{FF2B5EF4-FFF2-40B4-BE49-F238E27FC236}">
                <a16:creationId xmlns:a16="http://schemas.microsoft.com/office/drawing/2014/main" id="{0757394A-8EB6-1191-444E-623E90BFA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947" y="5552051"/>
            <a:ext cx="5325218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148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appears to be a graph or chart displaying a current (in milliamperes, mA) over time (in milliseconds, ms), with data points at intervals of 5 ms from 0 to 65 ms.&#10;&#10;AI-generated content may be incorrect.">
            <a:extLst>
              <a:ext uri="{FF2B5EF4-FFF2-40B4-BE49-F238E27FC236}">
                <a16:creationId xmlns:a16="http://schemas.microsoft.com/office/drawing/2014/main" id="{F8ABB09D-29AE-0976-A839-DA7DDB575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7921" y="5556814"/>
            <a:ext cx="5525271" cy="32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785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fb7b4b-871d-4c24-9d42-16b14ecd044c" xsi:nil="true"/>
    <lcf76f155ced4ddcb4097134ff3c332f xmlns="51c7d8ad-74c8-4833-8478-0d0a5cafce0c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996248A2D0E04D87B9DBB54D269DA4" ma:contentTypeVersion="18" ma:contentTypeDescription="Create a new document." ma:contentTypeScope="" ma:versionID="f22bde94a6705f7f7e236c14bc19f189">
  <xsd:schema xmlns:xsd="http://www.w3.org/2001/XMLSchema" xmlns:xs="http://www.w3.org/2001/XMLSchema" xmlns:p="http://schemas.microsoft.com/office/2006/metadata/properties" xmlns:ns2="51c7d8ad-74c8-4833-8478-0d0a5cafce0c" xmlns:ns3="6dfb7b4b-871d-4c24-9d42-16b14ecd044c" targetNamespace="http://schemas.microsoft.com/office/2006/metadata/properties" ma:root="true" ma:fieldsID="273248db29f554cba2c15e8dd349c138" ns2:_="" ns3:_="">
    <xsd:import namespace="51c7d8ad-74c8-4833-8478-0d0a5cafce0c"/>
    <xsd:import namespace="6dfb7b4b-871d-4c24-9d42-16b14ecd044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7d8ad-74c8-4833-8478-0d0a5cafce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0ee60025-c679-4a62-8c04-7497c58c13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b7b4b-871d-4c24-9d42-16b14ecd044c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8eba7f03-0d99-448d-81e1-4bd1ef8a7665}" ma:internalName="TaxCatchAll" ma:showField="CatchAllData" ma:web="6dfb7b4b-871d-4c24-9d42-16b14ecd044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F670CE-B0AA-4D52-AFC6-AA4BF7D46EEA}">
  <ds:schemaRefs>
    <ds:schemaRef ds:uri="http://schemas.microsoft.com/office/infopath/2007/PartnerControls"/>
    <ds:schemaRef ds:uri="http://purl.org/dc/terms/"/>
    <ds:schemaRef ds:uri="http://purl.org/dc/dcmitype/"/>
    <ds:schemaRef ds:uri="51c7d8ad-74c8-4833-8478-0d0a5cafce0c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schemas.microsoft.com/office/2006/documentManagement/types"/>
    <ds:schemaRef ds:uri="6dfb7b4b-871d-4c24-9d42-16b14ecd044c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172A1115-3E72-42E2-A544-7EAA53D370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c7d8ad-74c8-4833-8478-0d0a5cafce0c"/>
    <ds:schemaRef ds:uri="6dfb7b4b-871d-4c24-9d42-16b14ecd04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875D47-8106-485E-98E0-D60C6A98DA6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450</TotalTime>
  <Words>2</Words>
  <Application>Microsoft Office PowerPoint</Application>
  <PresentationFormat>Custom</PresentationFormat>
  <Paragraphs>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48</cp:revision>
  <dcterms:created xsi:type="dcterms:W3CDTF">2024-11-30T15:01:51Z</dcterms:created>
  <dcterms:modified xsi:type="dcterms:W3CDTF">2026-04-27T18:24:07Z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0x0101005B996248A2D0E04D87B9DBB54D269DA4</vt:lpwstr>
  </property>
</Properties>
</file>