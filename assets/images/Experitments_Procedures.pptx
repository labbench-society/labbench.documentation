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41" autoAdjust="0"/>
  </p:normalViewPr>
  <p:slideViewPr>
    <p:cSldViewPr snapToGrid="0">
      <p:cViewPr>
        <p:scale>
          <a:sx n="125" d="100"/>
          <a:sy n="125" d="100"/>
        </p:scale>
        <p:origin x="-4560" y="-3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Pulse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shows a linear relationship between current (mA) and time (ms), indicating a constant increase in current over time.&#10;&#10;AI-generated content may be incorrect.">
            <a:extLst>
              <a:ext uri="{FF2B5EF4-FFF2-40B4-BE49-F238E27FC236}">
                <a16:creationId xmlns:a16="http://schemas.microsoft.com/office/drawing/2014/main" id="{AB9273FB-1AEB-DC8B-FA62-ED4BECC62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316" y="5575867"/>
            <a:ext cx="5420481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illustrates a linear relationship between stimulus (in mA) and current (in mA), with values ranging from -2 to 10 mA, plotted over time (in milliseconds).&#10;&#10;AI-generated content may be incorrect.">
            <a:extLst>
              <a:ext uri="{FF2B5EF4-FFF2-40B4-BE49-F238E27FC236}">
                <a16:creationId xmlns:a16="http://schemas.microsoft.com/office/drawing/2014/main" id="{5BD372D0-3DC2-A23C-212D-3715BD05E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16" y="5552051"/>
            <a:ext cx="5420481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695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shows a current versus time graph, indicating a stimulus with peaks at 3 mA and -2 mA over a time span from 0 to 10 milliseconds.&#10;&#10;AI-generated content may be incorrect.">
            <a:extLst>
              <a:ext uri="{FF2B5EF4-FFF2-40B4-BE49-F238E27FC236}">
                <a16:creationId xmlns:a16="http://schemas.microsoft.com/office/drawing/2014/main" id="{859EF9B1-E1F9-E398-3B24-FDAA54ED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605" y="5552051"/>
            <a:ext cx="5391902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567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epicts a linear relationship between stimulus (in milliamps) and current (in mA) over time (in milliseconds).&#10;&#10;AI-generated content may be incorrect.">
            <a:extLst>
              <a:ext uri="{FF2B5EF4-FFF2-40B4-BE49-F238E27FC236}">
                <a16:creationId xmlns:a16="http://schemas.microsoft.com/office/drawing/2014/main" id="{4D0FEE4D-947E-A598-33A8-349AB56BC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605" y="5552051"/>
            <a:ext cx="5391902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459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epicts a waveform graph with a sinusoidal pattern, indicating a periodic stimulus current with a peak of 1 mA, oscillating over time in milliseconds.&#10;&#10;AI-generated content may be incorrect.">
            <a:extLst>
              <a:ext uri="{FF2B5EF4-FFF2-40B4-BE49-F238E27FC236}">
                <a16:creationId xmlns:a16="http://schemas.microsoft.com/office/drawing/2014/main" id="{F8EF547F-8F33-CB0C-AEED-466D57BB2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947" y="5537762"/>
            <a:ext cx="5325218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271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isplays a current (mA) versus time (ms) graph with a linear increase in current over time.&#10;&#10;AI-generated content may be incorrect.">
            <a:extLst>
              <a:ext uri="{FF2B5EF4-FFF2-40B4-BE49-F238E27FC236}">
                <a16:creationId xmlns:a16="http://schemas.microsoft.com/office/drawing/2014/main" id="{0AD835A8-81F5-C8C8-742E-A05DB44CB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026" y="5556814"/>
            <a:ext cx="5449060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667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isplays a graph of current (in milliamps) over time (in milliseconds), showing a current pulse that peaks at 4 mA and then returns to zero.&#10;&#10;AI-generated content may be incorrect.">
            <a:extLst>
              <a:ext uri="{FF2B5EF4-FFF2-40B4-BE49-F238E27FC236}">
                <a16:creationId xmlns:a16="http://schemas.microsoft.com/office/drawing/2014/main" id="{0757394A-8EB6-1191-444E-623E90BFA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947" y="5552051"/>
            <a:ext cx="5325218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148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ABB09D-29AE-0976-A839-DA7DDB575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7921" y="5556814"/>
            <a:ext cx="5525271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78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customXml/itemProps2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</TotalTime>
  <Words>2</Words>
  <Application>Microsoft Office PowerPoint</Application>
  <PresentationFormat>Custom</PresentationFormat>
  <Paragraphs>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47</cp:revision>
  <dcterms:created xsi:type="dcterms:W3CDTF">2024-11-30T15:01:51Z</dcterms:created>
  <dcterms:modified xsi:type="dcterms:W3CDTF">2026-04-27T12:01:28Z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