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3" r:id="rId10"/>
    <p:sldId id="261" r:id="rId11"/>
    <p:sldId id="262" r:id="rId12"/>
    <p:sldId id="264" r:id="rId13"/>
  </p:sldIdLst>
  <p:sldSz cx="21601113" cy="1440021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DBBD2-E51C-4F65-B024-D25F532E7882}" v="5" dt="2024-11-30T15:03:06.4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033" autoAdjust="0"/>
  </p:normalViewPr>
  <p:slideViewPr>
    <p:cSldViewPr snapToGrid="0">
      <p:cViewPr>
        <p:scale>
          <a:sx n="100" d="100"/>
          <a:sy n="100" d="100"/>
        </p:scale>
        <p:origin x="-1974" y="-20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tian Hennings" userId="c750005e-88d6-4112-85a2-8817d1a82a89" providerId="ADAL" clId="{AE8DBBD2-E51C-4F65-B024-D25F532E7882}"/>
    <pc:docChg chg="custSel addSld modSld">
      <pc:chgData name="Kristian Hennings" userId="c750005e-88d6-4112-85a2-8817d1a82a89" providerId="ADAL" clId="{AE8DBBD2-E51C-4F65-B024-D25F532E7882}" dt="2024-11-30T15:03:11.439" v="7" actId="478"/>
      <pc:docMkLst>
        <pc:docMk/>
      </pc:docMkLst>
      <pc:sldChg chg="addSp delSp modSp new mod modClrScheme chgLayout">
        <pc:chgData name="Kristian Hennings" userId="c750005e-88d6-4112-85a2-8817d1a82a89" providerId="ADAL" clId="{AE8DBBD2-E51C-4F65-B024-D25F532E7882}" dt="2024-11-30T15:03:11.439" v="7" actId="478"/>
        <pc:sldMkLst>
          <pc:docMk/>
          <pc:sldMk cId="786876301" sldId="256"/>
        </pc:sldMkLst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2" creationId="{233B9773-ED68-8F58-6FE5-3F61B3109FB8}"/>
          </ac:spMkLst>
        </pc:spChg>
        <pc:spChg chg="del">
          <ac:chgData name="Kristian Hennings" userId="c750005e-88d6-4112-85a2-8817d1a82a89" providerId="ADAL" clId="{AE8DBBD2-E51C-4F65-B024-D25F532E7882}" dt="2024-11-30T15:01:54.798" v="1" actId="700"/>
          <ac:spMkLst>
            <pc:docMk/>
            <pc:sldMk cId="786876301" sldId="256"/>
            <ac:spMk id="3" creationId="{5CA84863-22F8-24CD-7F7A-747DCE2C3CD1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6" creationId="{50B3C1AC-38B5-7C2B-7AB2-CC309C214B33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7" creationId="{31F0E11A-522D-47E9-7635-166DD0A2974A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8" creationId="{6D7CE593-AF9A-7FF0-2A7F-05E9EE1E676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9" creationId="{683517AC-88EF-D88B-601B-2C14C16C040C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0" creationId="{48B1CA42-3DC2-E001-6EF1-AF0C28591EF9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1" creationId="{16FF281D-A8BD-D5BA-C437-31E2085B32D6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2" creationId="{3E6C226E-4660-CBFF-D7AF-D5CA335D261E}"/>
          </ac:spMkLst>
        </pc:spChg>
        <pc:spChg chg="mod">
          <ac:chgData name="Kristian Hennings" userId="c750005e-88d6-4112-85a2-8817d1a82a89" providerId="ADAL" clId="{AE8DBBD2-E51C-4F65-B024-D25F532E7882}" dt="2024-11-30T15:02:52.460" v="2"/>
          <ac:spMkLst>
            <pc:docMk/>
            <pc:sldMk cId="786876301" sldId="256"/>
            <ac:spMk id="13" creationId="{D91DF96F-0D96-607D-C771-13F9FA8FBF6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6" creationId="{A1400182-4DB4-9A3A-9A6E-2528C280E06D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7" creationId="{65C8A0F9-5CF2-3DF0-B048-1D4779C72C03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8" creationId="{D5929FD8-EA32-6662-A27B-83AE3B49317B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19" creationId="{7A6E53D8-2974-3777-FF46-B4618FD65878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0" creationId="{5F025A39-B3B7-D9DC-0C20-796AFEC39D7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1" creationId="{4CAED8EB-CF82-344F-8E6F-D62305E839E1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2" creationId="{B6B20E5E-BAA5-FDC4-6BC7-D3BFD3FB139E}"/>
          </ac:spMkLst>
        </pc:spChg>
        <pc:spChg chg="mod">
          <ac:chgData name="Kristian Hennings" userId="c750005e-88d6-4112-85a2-8817d1a82a89" providerId="ADAL" clId="{AE8DBBD2-E51C-4F65-B024-D25F532E7882}" dt="2024-11-30T15:03:06.432" v="5"/>
          <ac:spMkLst>
            <pc:docMk/>
            <pc:sldMk cId="786876301" sldId="256"/>
            <ac:spMk id="23" creationId="{6125D2AD-E8CE-6286-FD7D-D67D947DEB67}"/>
          </ac:spMkLst>
        </pc:spChg>
        <pc:grpChg chg="add del mod">
          <ac:chgData name="Kristian Hennings" userId="c750005e-88d6-4112-85a2-8817d1a82a89" providerId="ADAL" clId="{AE8DBBD2-E51C-4F65-B024-D25F532E7882}" dt="2024-11-30T15:02:55.439" v="4" actId="478"/>
          <ac:grpSpMkLst>
            <pc:docMk/>
            <pc:sldMk cId="786876301" sldId="256"/>
            <ac:grpSpMk id="4" creationId="{00261F2C-ECA6-FF7E-3E02-37E2612876E7}"/>
          </ac:grpSpMkLst>
        </pc:grpChg>
        <pc:grpChg chg="add del mod">
          <ac:chgData name="Kristian Hennings" userId="c750005e-88d6-4112-85a2-8817d1a82a89" providerId="ADAL" clId="{AE8DBBD2-E51C-4F65-B024-D25F532E7882}" dt="2024-11-30T15:03:11.439" v="7" actId="478"/>
          <ac:grpSpMkLst>
            <pc:docMk/>
            <pc:sldMk cId="786876301" sldId="256"/>
            <ac:grpSpMk id="14" creationId="{DB8CB27C-E840-C338-459D-1D6AD9CDBC8C}"/>
          </ac:grpSpMkLst>
        </pc:grpChg>
        <pc:picChg chg="mod">
          <ac:chgData name="Kristian Hennings" userId="c750005e-88d6-4112-85a2-8817d1a82a89" providerId="ADAL" clId="{AE8DBBD2-E51C-4F65-B024-D25F532E7882}" dt="2024-11-30T15:02:52.460" v="2"/>
          <ac:picMkLst>
            <pc:docMk/>
            <pc:sldMk cId="786876301" sldId="256"/>
            <ac:picMk id="5" creationId="{4A2FDB25-387F-61ED-FB5F-DDA9AD1D115C}"/>
          </ac:picMkLst>
        </pc:picChg>
        <pc:picChg chg="mod">
          <ac:chgData name="Kristian Hennings" userId="c750005e-88d6-4112-85a2-8817d1a82a89" providerId="ADAL" clId="{AE8DBBD2-E51C-4F65-B024-D25F532E7882}" dt="2024-11-30T15:03:06.432" v="5"/>
          <ac:picMkLst>
            <pc:docMk/>
            <pc:sldMk cId="786876301" sldId="256"/>
            <ac:picMk id="15" creationId="{99956B02-D2EE-5928-617A-E02A2618E81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466010-90F5-41E6-AAE8-7E580DBF8C7C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35275" y="857250"/>
            <a:ext cx="347345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0644BD-399A-490A-99CC-829CA96D1157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66657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Joystick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0644BD-399A-490A-99CC-829CA96D1157}" type="slidenum">
              <a:rPr lang="en-DK" smtClean="0"/>
              <a:t>1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46915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0084" y="2356703"/>
            <a:ext cx="18360946" cy="5013407"/>
          </a:xfrm>
        </p:spPr>
        <p:txBody>
          <a:bodyPr anchor="b"/>
          <a:lstStyle>
            <a:lvl1pPr algn="ctr"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00139" y="7563446"/>
            <a:ext cx="16200835" cy="3476717"/>
          </a:xfrm>
        </p:spPr>
        <p:txBody>
          <a:bodyPr/>
          <a:lstStyle>
            <a:lvl1pPr marL="0" indent="0" algn="ctr">
              <a:buNone/>
              <a:defRPr sz="5040"/>
            </a:lvl1pPr>
            <a:lvl2pPr marL="960029" indent="0" algn="ctr">
              <a:buNone/>
              <a:defRPr sz="4200"/>
            </a:lvl2pPr>
            <a:lvl3pPr marL="1920057" indent="0" algn="ctr">
              <a:buNone/>
              <a:defRPr sz="3780"/>
            </a:lvl3pPr>
            <a:lvl4pPr marL="2880086" indent="0" algn="ctr">
              <a:buNone/>
              <a:defRPr sz="3360"/>
            </a:lvl4pPr>
            <a:lvl5pPr marL="3840114" indent="0" algn="ctr">
              <a:buNone/>
              <a:defRPr sz="3360"/>
            </a:lvl5pPr>
            <a:lvl6pPr marL="4800143" indent="0" algn="ctr">
              <a:buNone/>
              <a:defRPr sz="3360"/>
            </a:lvl6pPr>
            <a:lvl7pPr marL="5760171" indent="0" algn="ctr">
              <a:buNone/>
              <a:defRPr sz="3360"/>
            </a:lvl7pPr>
            <a:lvl8pPr marL="6720200" indent="0" algn="ctr">
              <a:buNone/>
              <a:defRPr sz="3360"/>
            </a:lvl8pPr>
            <a:lvl9pPr marL="7680228" indent="0" algn="ctr">
              <a:buNone/>
              <a:defRPr sz="33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91059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447266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827" y="3590057"/>
            <a:ext cx="18630960" cy="5990088"/>
          </a:xfrm>
        </p:spPr>
        <p:txBody>
          <a:bodyPr anchor="b"/>
          <a:lstStyle>
            <a:lvl1pPr>
              <a:defRPr sz="125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827" y="9636813"/>
            <a:ext cx="18630960" cy="3150046"/>
          </a:xfrm>
        </p:spPr>
        <p:txBody>
          <a:bodyPr/>
          <a:lstStyle>
            <a:lvl1pPr marL="0" indent="0">
              <a:buNone/>
              <a:defRPr sz="5040">
                <a:solidFill>
                  <a:schemeClr val="tx1">
                    <a:tint val="82000"/>
                  </a:schemeClr>
                </a:solidFill>
              </a:defRPr>
            </a:lvl1pPr>
            <a:lvl2pPr marL="960029" indent="0">
              <a:buNone/>
              <a:defRPr sz="4200">
                <a:solidFill>
                  <a:schemeClr val="tx1">
                    <a:tint val="82000"/>
                  </a:schemeClr>
                </a:solidFill>
              </a:defRPr>
            </a:lvl2pPr>
            <a:lvl3pPr marL="1920057" indent="0">
              <a:buNone/>
              <a:defRPr sz="3780">
                <a:solidFill>
                  <a:schemeClr val="tx1">
                    <a:tint val="82000"/>
                  </a:schemeClr>
                </a:solidFill>
              </a:defRPr>
            </a:lvl3pPr>
            <a:lvl4pPr marL="2880086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4pPr>
            <a:lvl5pPr marL="3840114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5pPr>
            <a:lvl6pPr marL="4800143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6pPr>
            <a:lvl7pPr marL="5760171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7pPr>
            <a:lvl8pPr marL="6720200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8pPr>
            <a:lvl9pPr marL="7680228" indent="0">
              <a:buNone/>
              <a:defRPr sz="33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84220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5077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5563" y="3833390"/>
            <a:ext cx="9180473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28566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766681"/>
            <a:ext cx="18630960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892" y="3530053"/>
            <a:ext cx="9138282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892" y="5260078"/>
            <a:ext cx="9138282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5564" y="3530053"/>
            <a:ext cx="9183287" cy="1730025"/>
          </a:xfrm>
        </p:spPr>
        <p:txBody>
          <a:bodyPr anchor="b"/>
          <a:lstStyle>
            <a:lvl1pPr marL="0" indent="0">
              <a:buNone/>
              <a:defRPr sz="5040" b="1"/>
            </a:lvl1pPr>
            <a:lvl2pPr marL="960029" indent="0">
              <a:buNone/>
              <a:defRPr sz="4200" b="1"/>
            </a:lvl2pPr>
            <a:lvl3pPr marL="1920057" indent="0">
              <a:buNone/>
              <a:defRPr sz="3780" b="1"/>
            </a:lvl3pPr>
            <a:lvl4pPr marL="2880086" indent="0">
              <a:buNone/>
              <a:defRPr sz="3360" b="1"/>
            </a:lvl4pPr>
            <a:lvl5pPr marL="3840114" indent="0">
              <a:buNone/>
              <a:defRPr sz="3360" b="1"/>
            </a:lvl5pPr>
            <a:lvl6pPr marL="4800143" indent="0">
              <a:buNone/>
              <a:defRPr sz="3360" b="1"/>
            </a:lvl6pPr>
            <a:lvl7pPr marL="5760171" indent="0">
              <a:buNone/>
              <a:defRPr sz="3360" b="1"/>
            </a:lvl7pPr>
            <a:lvl8pPr marL="6720200" indent="0">
              <a:buNone/>
              <a:defRPr sz="3360" b="1"/>
            </a:lvl8pPr>
            <a:lvl9pPr marL="7680228" indent="0">
              <a:buNone/>
              <a:defRPr sz="33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5564" y="5260078"/>
            <a:ext cx="9183287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596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79612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38033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3287" y="2073367"/>
            <a:ext cx="10935563" cy="10233485"/>
          </a:xfrm>
        </p:spPr>
        <p:txBody>
          <a:bodyPr/>
          <a:lstStyle>
            <a:lvl1pPr>
              <a:defRPr sz="6719"/>
            </a:lvl1pPr>
            <a:lvl2pPr>
              <a:defRPr sz="5879"/>
            </a:lvl2pPr>
            <a:lvl3pPr>
              <a:defRPr sz="5040"/>
            </a:lvl3pPr>
            <a:lvl4pPr>
              <a:defRPr sz="4200"/>
            </a:lvl4pPr>
            <a:lvl5pPr>
              <a:defRPr sz="4200"/>
            </a:lvl5pPr>
            <a:lvl6pPr>
              <a:defRPr sz="4200"/>
            </a:lvl6pPr>
            <a:lvl7pPr>
              <a:defRPr sz="4200"/>
            </a:lvl7pPr>
            <a:lvl8pPr>
              <a:defRPr sz="4200"/>
            </a:lvl8pPr>
            <a:lvl9pPr>
              <a:defRPr sz="4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982524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890" y="960014"/>
            <a:ext cx="6966921" cy="3360050"/>
          </a:xfrm>
        </p:spPr>
        <p:txBody>
          <a:bodyPr anchor="b"/>
          <a:lstStyle>
            <a:lvl1pPr>
              <a:defRPr sz="671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3287" y="2073367"/>
            <a:ext cx="10935563" cy="10233485"/>
          </a:xfrm>
        </p:spPr>
        <p:txBody>
          <a:bodyPr anchor="t"/>
          <a:lstStyle>
            <a:lvl1pPr marL="0" indent="0">
              <a:buNone/>
              <a:defRPr sz="6719"/>
            </a:lvl1pPr>
            <a:lvl2pPr marL="960029" indent="0">
              <a:buNone/>
              <a:defRPr sz="5879"/>
            </a:lvl2pPr>
            <a:lvl3pPr marL="1920057" indent="0">
              <a:buNone/>
              <a:defRPr sz="5040"/>
            </a:lvl3pPr>
            <a:lvl4pPr marL="2880086" indent="0">
              <a:buNone/>
              <a:defRPr sz="4200"/>
            </a:lvl4pPr>
            <a:lvl5pPr marL="3840114" indent="0">
              <a:buNone/>
              <a:defRPr sz="4200"/>
            </a:lvl5pPr>
            <a:lvl6pPr marL="4800143" indent="0">
              <a:buNone/>
              <a:defRPr sz="4200"/>
            </a:lvl6pPr>
            <a:lvl7pPr marL="5760171" indent="0">
              <a:buNone/>
              <a:defRPr sz="4200"/>
            </a:lvl7pPr>
            <a:lvl8pPr marL="6720200" indent="0">
              <a:buNone/>
              <a:defRPr sz="4200"/>
            </a:lvl8pPr>
            <a:lvl9pPr marL="7680228" indent="0">
              <a:buNone/>
              <a:defRPr sz="4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890" y="4320064"/>
            <a:ext cx="6966921" cy="8003453"/>
          </a:xfrm>
        </p:spPr>
        <p:txBody>
          <a:bodyPr/>
          <a:lstStyle>
            <a:lvl1pPr marL="0" indent="0">
              <a:buNone/>
              <a:defRPr sz="3360"/>
            </a:lvl1pPr>
            <a:lvl2pPr marL="960029" indent="0">
              <a:buNone/>
              <a:defRPr sz="2940"/>
            </a:lvl2pPr>
            <a:lvl3pPr marL="1920057" indent="0">
              <a:buNone/>
              <a:defRPr sz="2520"/>
            </a:lvl3pPr>
            <a:lvl4pPr marL="2880086" indent="0">
              <a:buNone/>
              <a:defRPr sz="2100"/>
            </a:lvl4pPr>
            <a:lvl5pPr marL="3840114" indent="0">
              <a:buNone/>
              <a:defRPr sz="2100"/>
            </a:lvl5pPr>
            <a:lvl6pPr marL="4800143" indent="0">
              <a:buNone/>
              <a:defRPr sz="2100"/>
            </a:lvl6pPr>
            <a:lvl7pPr marL="5760171" indent="0">
              <a:buNone/>
              <a:defRPr sz="2100"/>
            </a:lvl7pPr>
            <a:lvl8pPr marL="6720200" indent="0">
              <a:buNone/>
              <a:defRPr sz="2100"/>
            </a:lvl8pPr>
            <a:lvl9pPr marL="7680228" indent="0">
              <a:buNone/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52547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734579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8298" y="766678"/>
            <a:ext cx="4657740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5078" y="766678"/>
            <a:ext cx="13703206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24220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5077" y="766681"/>
            <a:ext cx="18630960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5077" y="3833390"/>
            <a:ext cx="18630960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5077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465E3F-0B9F-47C9-9E08-5C827E095B3E}" type="datetimeFigureOut">
              <a:rPr lang="en-DK" smtClean="0"/>
              <a:t>26/02/2026</a:t>
            </a:fld>
            <a:endParaRPr lang="en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5369" y="13346867"/>
            <a:ext cx="729037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5786" y="13346867"/>
            <a:ext cx="4860250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52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01953-AB1B-46CE-9FDF-94D2B199028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26302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920057" rtl="0" eaLnBrk="1" latinLnBrk="0" hangingPunct="1">
        <a:lnSpc>
          <a:spcPct val="90000"/>
        </a:lnSpc>
        <a:spcBef>
          <a:spcPct val="0"/>
        </a:spcBef>
        <a:buNone/>
        <a:defRPr sz="923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0014" indent="-480014" algn="l" defTabSz="1920057" rtl="0" eaLnBrk="1" latinLnBrk="0" hangingPunct="1">
        <a:lnSpc>
          <a:spcPct val="90000"/>
        </a:lnSpc>
        <a:spcBef>
          <a:spcPts val="2100"/>
        </a:spcBef>
        <a:buFont typeface="Arial" panose="020B0604020202020204" pitchFamily="34" charset="0"/>
        <a:buChar char="•"/>
        <a:defRPr sz="5879" kern="1200">
          <a:solidFill>
            <a:schemeClr val="tx1"/>
          </a:solidFill>
          <a:latin typeface="+mn-lt"/>
          <a:ea typeface="+mn-ea"/>
          <a:cs typeface="+mn-cs"/>
        </a:defRPr>
      </a:lvl1pPr>
      <a:lvl2pPr marL="14400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5040" kern="1200">
          <a:solidFill>
            <a:schemeClr val="tx1"/>
          </a:solidFill>
          <a:latin typeface="+mn-lt"/>
          <a:ea typeface="+mn-ea"/>
          <a:cs typeface="+mn-cs"/>
        </a:defRPr>
      </a:lvl2pPr>
      <a:lvl3pPr marL="2400071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3pPr>
      <a:lvl4pPr marL="3360100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4320129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5280157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6240186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7200214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8160243" indent="-480014" algn="l" defTabSz="1920057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1pPr>
      <a:lvl2pPr marL="960029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920057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3pPr>
      <a:lvl4pPr marL="2880086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4pPr>
      <a:lvl5pPr marL="3840114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5pPr>
      <a:lvl6pPr marL="4800143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6pPr>
      <a:lvl7pPr marL="5760171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7pPr>
      <a:lvl8pPr marL="6720200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8pPr>
      <a:lvl9pPr marL="7680228" algn="l" defTabSz="1920057" rtl="0" eaLnBrk="1" latinLnBrk="0" hangingPunct="1">
        <a:defRPr sz="378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the LabBench Designer software interface, featuring a protocol for studying the correlation between Depression, Anxiety, Stress, and response inhibition using the DASS scale.&#10;&#10;AI-generated content may be incorrect.">
            <a:extLst>
              <a:ext uri="{FF2B5EF4-FFF2-40B4-BE49-F238E27FC236}">
                <a16:creationId xmlns:a16="http://schemas.microsoft.com/office/drawing/2014/main" id="{DF0063AD-29A5-0EB6-D0B1-E694FF643F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805" y="6020010"/>
            <a:ext cx="5400000" cy="2360192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40F7FB0-320C-1BBD-CBCB-33EA0F5ABA51}"/>
              </a:ext>
            </a:extLst>
          </p:cNvPr>
          <p:cNvSpPr/>
          <p:nvPr/>
        </p:nvSpPr>
        <p:spPr>
          <a:xfrm>
            <a:off x="12617450" y="6248400"/>
            <a:ext cx="180000" cy="180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E4C72E-56FF-D993-69AC-B15D183C423E}"/>
              </a:ext>
            </a:extLst>
          </p:cNvPr>
          <p:cNvSpPr/>
          <p:nvPr/>
        </p:nvSpPr>
        <p:spPr>
          <a:xfrm>
            <a:off x="7861300" y="6134100"/>
            <a:ext cx="1911350" cy="22461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1E6CB0-1753-A195-293F-76CE5C9E1CC7}"/>
              </a:ext>
            </a:extLst>
          </p:cNvPr>
          <p:cNvSpPr/>
          <p:nvPr/>
        </p:nvSpPr>
        <p:spPr>
          <a:xfrm>
            <a:off x="9803606" y="6134100"/>
            <a:ext cx="3011044" cy="224610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B059583-8CE5-D54E-7148-945A802CD1D0}"/>
              </a:ext>
            </a:extLst>
          </p:cNvPr>
          <p:cNvSpPr/>
          <p:nvPr/>
        </p:nvSpPr>
        <p:spPr>
          <a:xfrm>
            <a:off x="9803606" y="6330950"/>
            <a:ext cx="457200" cy="20492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F63C78-035E-11D2-2F03-11D4FFF9FB25}"/>
              </a:ext>
            </a:extLst>
          </p:cNvPr>
          <p:cNvSpPr txBox="1"/>
          <p:nvPr/>
        </p:nvSpPr>
        <p:spPr>
          <a:xfrm>
            <a:off x="7784128" y="5359505"/>
            <a:ext cx="2065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 of experiments</a:t>
            </a:r>
            <a:endParaRPr lang="en-DK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3DE7A-B435-A1C4-774F-6A395BDE9F2F}"/>
              </a:ext>
            </a:extLst>
          </p:cNvPr>
          <p:cNvSpPr txBox="1"/>
          <p:nvPr/>
        </p:nvSpPr>
        <p:spPr>
          <a:xfrm>
            <a:off x="9178318" y="8577052"/>
            <a:ext cx="1707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Panel selection</a:t>
            </a:r>
            <a:endParaRPr lang="en-D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3D1FFF-BEBC-7DAD-FE17-E3CFB3CD6614}"/>
              </a:ext>
            </a:extLst>
          </p:cNvPr>
          <p:cNvSpPr txBox="1"/>
          <p:nvPr/>
        </p:nvSpPr>
        <p:spPr>
          <a:xfrm>
            <a:off x="10385542" y="5359505"/>
            <a:ext cx="1847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Experiment Page</a:t>
            </a:r>
            <a:endParaRPr lang="en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F1C7CA-15A6-42B2-1DC2-AE70C055D84F}"/>
              </a:ext>
            </a:extLst>
          </p:cNvPr>
          <p:cNvSpPr txBox="1"/>
          <p:nvPr/>
        </p:nvSpPr>
        <p:spPr>
          <a:xfrm>
            <a:off x="13074650" y="6153734"/>
            <a:ext cx="20138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Delete experiment</a:t>
            </a:r>
            <a:endParaRPr lang="en-DK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CB0F5D-59D1-A195-AFC8-BA5389883D23}"/>
              </a:ext>
            </a:extLst>
          </p:cNvPr>
          <p:cNvCxnSpPr>
            <a:stCxn id="8" idx="2"/>
            <a:endCxn id="5" idx="0"/>
          </p:cNvCxnSpPr>
          <p:nvPr/>
        </p:nvCxnSpPr>
        <p:spPr>
          <a:xfrm>
            <a:off x="8816975" y="5728837"/>
            <a:ext cx="0" cy="4052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585756A-9B0E-DBA7-A30F-96C6C05170CA}"/>
              </a:ext>
            </a:extLst>
          </p:cNvPr>
          <p:cNvCxnSpPr>
            <a:cxnSpLocks/>
            <a:stCxn id="9" idx="0"/>
            <a:endCxn id="7" idx="2"/>
          </p:cNvCxnSpPr>
          <p:nvPr/>
        </p:nvCxnSpPr>
        <p:spPr>
          <a:xfrm flipV="1">
            <a:off x="10032206" y="8380202"/>
            <a:ext cx="0" cy="19685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330592C-7097-AFE7-8D46-208B72532F29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12797450" y="6338400"/>
            <a:ext cx="2772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688D85F-9C33-4E52-D5F6-D9E9B7BB4AE1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11309128" y="5728837"/>
            <a:ext cx="0" cy="40526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68763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he image displays a LabBench protocol setup for studying the correlation between depression, anxiety, and stress using the DASS scale, and response inhibition with the Stop-Signal Task.&#10;&#10;AI-generated content may be incorrect.">
            <a:extLst>
              <a:ext uri="{FF2B5EF4-FFF2-40B4-BE49-F238E27FC236}">
                <a16:creationId xmlns:a16="http://schemas.microsoft.com/office/drawing/2014/main" id="{801D8AA3-6539-406C-EB81-3D658DBEC79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330"/>
          <a:stretch>
            <a:fillRect/>
          </a:stretch>
        </p:blipFill>
        <p:spPr>
          <a:xfrm>
            <a:off x="7387324" y="6147935"/>
            <a:ext cx="5400000" cy="310020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539A082-DE34-87C2-8AEE-FF66AA9511DA}"/>
              </a:ext>
            </a:extLst>
          </p:cNvPr>
          <p:cNvSpPr/>
          <p:nvPr/>
        </p:nvSpPr>
        <p:spPr>
          <a:xfrm>
            <a:off x="8202168" y="6454140"/>
            <a:ext cx="1885156" cy="2413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596019-A031-4F16-A352-E07B3626E1A0}"/>
              </a:ext>
            </a:extLst>
          </p:cNvPr>
          <p:cNvSpPr txBox="1"/>
          <p:nvPr/>
        </p:nvSpPr>
        <p:spPr>
          <a:xfrm>
            <a:off x="7925918" y="5625501"/>
            <a:ext cx="2437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Print and view controls</a:t>
            </a:r>
            <a:endParaRPr lang="en-DK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FBBA6A6-0C1F-E501-E4EE-3E65E1D9794D}"/>
              </a:ext>
            </a:extLst>
          </p:cNvPr>
          <p:cNvCxnSpPr>
            <a:stCxn id="7" idx="2"/>
            <a:endCxn id="6" idx="0"/>
          </p:cNvCxnSpPr>
          <p:nvPr/>
        </p:nvCxnSpPr>
        <p:spPr>
          <a:xfrm>
            <a:off x="9144746" y="5994833"/>
            <a:ext cx="0" cy="45930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0685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user interface for a LabBench system, featuring sections for participant ID input, protocol setup, data, investigator roles, and options for LabBench I/O and display functionalities, along with a post-session action to export data to a CSV file.&#10;&#10;AI-generated content may be incorrect.">
            <a:extLst>
              <a:ext uri="{FF2B5EF4-FFF2-40B4-BE49-F238E27FC236}">
                <a16:creationId xmlns:a16="http://schemas.microsoft.com/office/drawing/2014/main" id="{25252F4B-C743-95E9-6147-D23297C8B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0556" y="3392664"/>
            <a:ext cx="5400000" cy="6065217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0117CACF-4302-F450-14A7-35679634ABF5}"/>
              </a:ext>
            </a:extLst>
          </p:cNvPr>
          <p:cNvSpPr/>
          <p:nvPr/>
        </p:nvSpPr>
        <p:spPr>
          <a:xfrm>
            <a:off x="12979400" y="4117366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24CD6AB-79B1-D694-0C34-E4A2BA3E7C89}"/>
              </a:ext>
            </a:extLst>
          </p:cNvPr>
          <p:cNvSpPr/>
          <p:nvPr/>
        </p:nvSpPr>
        <p:spPr>
          <a:xfrm>
            <a:off x="12979400" y="5082536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C403844-C2ED-605D-AB35-4924B85196CC}"/>
              </a:ext>
            </a:extLst>
          </p:cNvPr>
          <p:cNvSpPr/>
          <p:nvPr/>
        </p:nvSpPr>
        <p:spPr>
          <a:xfrm>
            <a:off x="12975300" y="6037056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19E845C-D64B-B587-5F6D-315D8C17B475}"/>
              </a:ext>
            </a:extLst>
          </p:cNvPr>
          <p:cNvSpPr/>
          <p:nvPr/>
        </p:nvSpPr>
        <p:spPr>
          <a:xfrm>
            <a:off x="12624000" y="8682740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537E0D-F78B-9AA6-71A5-FD1848939068}"/>
              </a:ext>
            </a:extLst>
          </p:cNvPr>
          <p:cNvSpPr/>
          <p:nvPr/>
        </p:nvSpPr>
        <p:spPr>
          <a:xfrm>
            <a:off x="12945800" y="8682740"/>
            <a:ext cx="288000" cy="288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7C4D9E-121B-83DC-05D3-721565FCABFE}"/>
              </a:ext>
            </a:extLst>
          </p:cNvPr>
          <p:cNvSpPr/>
          <p:nvPr/>
        </p:nvSpPr>
        <p:spPr>
          <a:xfrm>
            <a:off x="13002970" y="6582648"/>
            <a:ext cx="232660" cy="23266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19BF603-2B5E-767B-2D09-8A3250C6412B}"/>
              </a:ext>
            </a:extLst>
          </p:cNvPr>
          <p:cNvSpPr/>
          <p:nvPr/>
        </p:nvSpPr>
        <p:spPr>
          <a:xfrm>
            <a:off x="12849224" y="5462423"/>
            <a:ext cx="384575" cy="2374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6DB9D-6653-1238-E4BF-C2D52BC1A0CF}"/>
              </a:ext>
            </a:extLst>
          </p:cNvPr>
          <p:cNvSpPr txBox="1"/>
          <p:nvPr/>
        </p:nvSpPr>
        <p:spPr>
          <a:xfrm>
            <a:off x="13830300" y="4076700"/>
            <a:ext cx="3317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Configure participant validation</a:t>
            </a:r>
            <a:endParaRPr lang="en-DK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F4273A-6D1C-C7DD-969A-A5C7D3CA00E4}"/>
              </a:ext>
            </a:extLst>
          </p:cNvPr>
          <p:cNvSpPr txBox="1"/>
          <p:nvPr/>
        </p:nvSpPr>
        <p:spPr>
          <a:xfrm>
            <a:off x="13830300" y="5041870"/>
            <a:ext cx="17012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 researcher</a:t>
            </a:r>
            <a:endParaRPr lang="en-D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266C6D-6999-9D61-361F-A23444CE6919}"/>
              </a:ext>
            </a:extLst>
          </p:cNvPr>
          <p:cNvSpPr txBox="1"/>
          <p:nvPr/>
        </p:nvSpPr>
        <p:spPr>
          <a:xfrm>
            <a:off x="13830300" y="5396468"/>
            <a:ext cx="2111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Remove researcher</a:t>
            </a:r>
            <a:endParaRPr lang="en-DK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692C0E-702E-DBA9-9F3F-0C46269C1244}"/>
              </a:ext>
            </a:extLst>
          </p:cNvPr>
          <p:cNvSpPr txBox="1"/>
          <p:nvPr/>
        </p:nvSpPr>
        <p:spPr>
          <a:xfrm>
            <a:off x="13830300" y="5996390"/>
            <a:ext cx="1654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Assign devices</a:t>
            </a:r>
            <a:endParaRPr lang="en-D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4D909D-626A-0B01-FA3D-532066267861}"/>
              </a:ext>
            </a:extLst>
          </p:cNvPr>
          <p:cNvSpPr txBox="1"/>
          <p:nvPr/>
        </p:nvSpPr>
        <p:spPr>
          <a:xfrm>
            <a:off x="13830300" y="6514312"/>
            <a:ext cx="18580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Configure device</a:t>
            </a:r>
            <a:endParaRPr lang="en-DK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9E0241-FE3F-5EF6-E70B-6FFCC7A0F91E}"/>
              </a:ext>
            </a:extLst>
          </p:cNvPr>
          <p:cNvSpPr txBox="1"/>
          <p:nvPr/>
        </p:nvSpPr>
        <p:spPr>
          <a:xfrm>
            <a:off x="13830300" y="8642074"/>
            <a:ext cx="2155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 output directory</a:t>
            </a:r>
            <a:endParaRPr lang="en-DK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80D129-C1B6-6C6A-47D8-EB5016C82A70}"/>
              </a:ext>
            </a:extLst>
          </p:cNvPr>
          <p:cNvSpPr txBox="1"/>
          <p:nvPr/>
        </p:nvSpPr>
        <p:spPr>
          <a:xfrm>
            <a:off x="11175160" y="9676848"/>
            <a:ext cx="31856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Rerun all post-session actions</a:t>
            </a:r>
            <a:endParaRPr lang="en-DK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90FD280A-0792-B606-4A9E-4BDE61D618EE}"/>
              </a:ext>
            </a:extLst>
          </p:cNvPr>
          <p:cNvCxnSpPr>
            <a:stCxn id="11" idx="1"/>
            <a:endCxn id="4" idx="6"/>
          </p:cNvCxnSpPr>
          <p:nvPr/>
        </p:nvCxnSpPr>
        <p:spPr>
          <a:xfrm flipH="1">
            <a:off x="13267400" y="4261366"/>
            <a:ext cx="56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EEEFAF9-6F23-5E1A-EF3F-14AE162E47D3}"/>
              </a:ext>
            </a:extLst>
          </p:cNvPr>
          <p:cNvCxnSpPr>
            <a:cxnSpLocks/>
            <a:stCxn id="17" idx="0"/>
            <a:endCxn id="7" idx="4"/>
          </p:cNvCxnSpPr>
          <p:nvPr/>
        </p:nvCxnSpPr>
        <p:spPr>
          <a:xfrm flipV="1">
            <a:off x="12768000" y="8970740"/>
            <a:ext cx="0" cy="70610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9E02760-ABDD-7349-7060-EDDDF2BE7D15}"/>
              </a:ext>
            </a:extLst>
          </p:cNvPr>
          <p:cNvCxnSpPr>
            <a:cxnSpLocks/>
            <a:stCxn id="16" idx="1"/>
            <a:endCxn id="8" idx="6"/>
          </p:cNvCxnSpPr>
          <p:nvPr/>
        </p:nvCxnSpPr>
        <p:spPr>
          <a:xfrm flipH="1">
            <a:off x="13233800" y="8826740"/>
            <a:ext cx="5965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A88598A-3732-352F-46BB-28AC46EBE361}"/>
              </a:ext>
            </a:extLst>
          </p:cNvPr>
          <p:cNvCxnSpPr>
            <a:cxnSpLocks/>
            <a:stCxn id="15" idx="1"/>
            <a:endCxn id="9" idx="6"/>
          </p:cNvCxnSpPr>
          <p:nvPr/>
        </p:nvCxnSpPr>
        <p:spPr>
          <a:xfrm flipH="1">
            <a:off x="13235630" y="6698978"/>
            <a:ext cx="59467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5BC5510-8BA3-B0E1-23BB-56438B357183}"/>
              </a:ext>
            </a:extLst>
          </p:cNvPr>
          <p:cNvCxnSpPr>
            <a:cxnSpLocks/>
            <a:stCxn id="14" idx="1"/>
          </p:cNvCxnSpPr>
          <p:nvPr/>
        </p:nvCxnSpPr>
        <p:spPr>
          <a:xfrm flipH="1">
            <a:off x="13263300" y="6181056"/>
            <a:ext cx="5670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3007A11-00A6-62FA-0E10-10CAC96885A5}"/>
              </a:ext>
            </a:extLst>
          </p:cNvPr>
          <p:cNvCxnSpPr>
            <a:cxnSpLocks/>
            <a:stCxn id="13" idx="1"/>
            <a:endCxn id="10" idx="3"/>
          </p:cNvCxnSpPr>
          <p:nvPr/>
        </p:nvCxnSpPr>
        <p:spPr>
          <a:xfrm flipH="1">
            <a:off x="13233799" y="5581134"/>
            <a:ext cx="596501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FD73BB4-8513-A6CA-4388-F4BC30160C76}"/>
              </a:ext>
            </a:extLst>
          </p:cNvPr>
          <p:cNvCxnSpPr>
            <a:cxnSpLocks/>
            <a:stCxn id="12" idx="1"/>
            <a:endCxn id="5" idx="6"/>
          </p:cNvCxnSpPr>
          <p:nvPr/>
        </p:nvCxnSpPr>
        <p:spPr>
          <a:xfrm flipH="1">
            <a:off x="13267400" y="5226536"/>
            <a:ext cx="562900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604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LabBench interface with tabs labeled Protocol, Setup, Data, and includes options to Create and Export.&#10;&#10;AI-generated content may be incorrect.">
            <a:extLst>
              <a:ext uri="{FF2B5EF4-FFF2-40B4-BE49-F238E27FC236}">
                <a16:creationId xmlns:a16="http://schemas.microsoft.com/office/drawing/2014/main" id="{FBC0DBC4-8B0C-276E-900B-FE9465494D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5193"/>
          <a:stretch>
            <a:fillRect/>
          </a:stretch>
        </p:blipFill>
        <p:spPr>
          <a:xfrm>
            <a:off x="8100556" y="8128000"/>
            <a:ext cx="5400000" cy="898081"/>
          </a:xfrm>
          <a:prstGeom prst="rect">
            <a:avLst/>
          </a:prstGeom>
        </p:spPr>
      </p:pic>
      <p:pic>
        <p:nvPicPr>
          <p:cNvPr id="4" name="Picture 3" descr="The image shows a LabBench interface with tabs labeled Protocol, Setup, Data, and includes options to Create and Export.&#10;&#10;AI-generated content may be incorrect.">
            <a:extLst>
              <a:ext uri="{FF2B5EF4-FFF2-40B4-BE49-F238E27FC236}">
                <a16:creationId xmlns:a16="http://schemas.microsoft.com/office/drawing/2014/main" id="{6AF11513-F0FC-3FEF-5ADC-A365124FB8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2288"/>
          <a:stretch>
            <a:fillRect/>
          </a:stretch>
        </p:blipFill>
        <p:spPr>
          <a:xfrm>
            <a:off x="8100556" y="5577065"/>
            <a:ext cx="5400000" cy="2893836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90556F4-DD56-8F56-7064-DFC6ED0985EE}"/>
              </a:ext>
            </a:extLst>
          </p:cNvPr>
          <p:cNvSpPr/>
          <p:nvPr/>
        </p:nvSpPr>
        <p:spPr>
          <a:xfrm>
            <a:off x="11560174" y="8616950"/>
            <a:ext cx="860426" cy="2825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FB9C210-A407-7B85-B1D9-D9FE3518587E}"/>
              </a:ext>
            </a:extLst>
          </p:cNvPr>
          <p:cNvSpPr/>
          <p:nvPr/>
        </p:nvSpPr>
        <p:spPr>
          <a:xfrm>
            <a:off x="12514490" y="8613553"/>
            <a:ext cx="860426" cy="28257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63B407D-9243-C763-8BB4-D46C48BA6D70}"/>
              </a:ext>
            </a:extLst>
          </p:cNvPr>
          <p:cNvSpPr/>
          <p:nvPr/>
        </p:nvSpPr>
        <p:spPr>
          <a:xfrm>
            <a:off x="12968288" y="6293333"/>
            <a:ext cx="342900" cy="22176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C29960-A54F-C203-2693-8C09FF3955FF}"/>
              </a:ext>
            </a:extLst>
          </p:cNvPr>
          <p:cNvSpPr txBox="1"/>
          <p:nvPr/>
        </p:nvSpPr>
        <p:spPr>
          <a:xfrm>
            <a:off x="13872210" y="6219550"/>
            <a:ext cx="1980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Delete participant</a:t>
            </a:r>
            <a:endParaRPr lang="en-DK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150436A-C656-54B2-9DB4-0F2A2FCBE614}"/>
              </a:ext>
            </a:extLst>
          </p:cNvPr>
          <p:cNvSpPr txBox="1"/>
          <p:nvPr/>
        </p:nvSpPr>
        <p:spPr>
          <a:xfrm>
            <a:off x="13872210" y="8570174"/>
            <a:ext cx="1319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Export data</a:t>
            </a:r>
            <a:endParaRPr lang="en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423BA7D-B987-BDE9-8A6F-80AB20F84096}"/>
              </a:ext>
            </a:extLst>
          </p:cNvPr>
          <p:cNvSpPr txBox="1"/>
          <p:nvPr/>
        </p:nvSpPr>
        <p:spPr>
          <a:xfrm>
            <a:off x="10992325" y="9296400"/>
            <a:ext cx="1996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Create participant</a:t>
            </a:r>
            <a:endParaRPr lang="en-DK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8EDB39-62F0-3B6D-7D92-413BA118299B}"/>
              </a:ext>
            </a:extLst>
          </p:cNvPr>
          <p:cNvCxnSpPr>
            <a:stCxn id="9" idx="1"/>
            <a:endCxn id="8" idx="3"/>
          </p:cNvCxnSpPr>
          <p:nvPr/>
        </p:nvCxnSpPr>
        <p:spPr>
          <a:xfrm flipH="1">
            <a:off x="13311188" y="6404216"/>
            <a:ext cx="561022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3BF4133-4ECA-F7F0-C080-3B7C6336970F}"/>
              </a:ext>
            </a:extLst>
          </p:cNvPr>
          <p:cNvCxnSpPr>
            <a:cxnSpLocks/>
            <a:stCxn id="10" idx="1"/>
            <a:endCxn id="7" idx="3"/>
          </p:cNvCxnSpPr>
          <p:nvPr/>
        </p:nvCxnSpPr>
        <p:spPr>
          <a:xfrm flipH="1">
            <a:off x="13374916" y="8754840"/>
            <a:ext cx="497294" cy="1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598D38E-D9DC-10AB-E828-1C675EA5C5C9}"/>
              </a:ext>
            </a:extLst>
          </p:cNvPr>
          <p:cNvCxnSpPr>
            <a:cxnSpLocks/>
            <a:stCxn id="11" idx="0"/>
          </p:cNvCxnSpPr>
          <p:nvPr/>
        </p:nvCxnSpPr>
        <p:spPr>
          <a:xfrm flipV="1">
            <a:off x="11990387" y="8896128"/>
            <a:ext cx="0" cy="40027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2186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ssion ID&#10;&#10;AI-generated content may be incorrect.">
            <a:extLst>
              <a:ext uri="{FF2B5EF4-FFF2-40B4-BE49-F238E27FC236}">
                <a16:creationId xmlns:a16="http://schemas.microsoft.com/office/drawing/2014/main" id="{E29318D1-A123-54C8-D842-2C011160E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61" y="6299868"/>
            <a:ext cx="7449590" cy="180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948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user interface with tabs labeled 'ID' and 'Investigator,' and options to 'Cancel' and 'Add,' with text content suggesting the removal of a character 'Ronch' from a document.&#10;&#10;AI-generated content may be incorrect.">
            <a:extLst>
              <a:ext uri="{FF2B5EF4-FFF2-40B4-BE49-F238E27FC236}">
                <a16:creationId xmlns:a16="http://schemas.microsoft.com/office/drawing/2014/main" id="{0444A8A3-F1B8-F18B-4FD6-B9FEB8F8975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5" b="2627"/>
          <a:stretch>
            <a:fillRect/>
          </a:stretch>
        </p:blipFill>
        <p:spPr>
          <a:xfrm>
            <a:off x="8519000" y="5394960"/>
            <a:ext cx="4563112" cy="30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224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OK&#10;&#10;AI-generated content may be incorrect.">
            <a:extLst>
              <a:ext uri="{FF2B5EF4-FFF2-40B4-BE49-F238E27FC236}">
                <a16:creationId xmlns:a16="http://schemas.microsoft.com/office/drawing/2014/main" id="{8CC79426-57DC-591A-D1A0-DE0FEC626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70"/>
          <a:stretch>
            <a:fillRect/>
          </a:stretch>
        </p:blipFill>
        <p:spPr>
          <a:xfrm>
            <a:off x="8990554" y="5438775"/>
            <a:ext cx="3620005" cy="361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45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displays a LabBench I/O interface screen with a positive logic system, showing a low byte of 5.0V and a high byte that is unconnected.&#10;&#10;AI-generated content may be incorrect.">
            <a:extLst>
              <a:ext uri="{FF2B5EF4-FFF2-40B4-BE49-F238E27FC236}">
                <a16:creationId xmlns:a16="http://schemas.microsoft.com/office/drawing/2014/main" id="{E7C841BB-39CA-A0E2-5374-91D3A59EEF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968"/>
          <a:stretch>
            <a:fillRect/>
          </a:stretch>
        </p:blipFill>
        <p:spPr>
          <a:xfrm>
            <a:off x="9195370" y="5847367"/>
            <a:ext cx="3210373" cy="259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677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image shows a joystick interface with various buttons, a questionnaire section, a label input field, and numeric buttons for navigation.&#10;&#10;AI-generated content may be incorrect.">
            <a:extLst>
              <a:ext uri="{FF2B5EF4-FFF2-40B4-BE49-F238E27FC236}">
                <a16:creationId xmlns:a16="http://schemas.microsoft.com/office/drawing/2014/main" id="{C6A7807E-6AE4-8B8E-32E1-785E9F6917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5"/>
          <a:stretch>
            <a:fillRect/>
          </a:stretch>
        </p:blipFill>
        <p:spPr>
          <a:xfrm>
            <a:off x="8752395" y="4483099"/>
            <a:ext cx="4096322" cy="55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658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fb7b4b-871d-4c24-9d42-16b14ecd044c" xsi:nil="true"/>
    <lcf76f155ced4ddcb4097134ff3c332f xmlns="51c7d8ad-74c8-4833-8478-0d0a5cafce0c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B996248A2D0E04D87B9DBB54D269DA4" ma:contentTypeVersion="18" ma:contentTypeDescription="Create a new document." ma:contentTypeScope="" ma:versionID="f22bde94a6705f7f7e236c14bc19f189">
  <xsd:schema xmlns:xsd="http://www.w3.org/2001/XMLSchema" xmlns:xs="http://www.w3.org/2001/XMLSchema" xmlns:p="http://schemas.microsoft.com/office/2006/metadata/properties" xmlns:ns2="51c7d8ad-74c8-4833-8478-0d0a5cafce0c" xmlns:ns3="6dfb7b4b-871d-4c24-9d42-16b14ecd044c" targetNamespace="http://schemas.microsoft.com/office/2006/metadata/properties" ma:root="true" ma:fieldsID="273248db29f554cba2c15e8dd349c138" ns2:_="" ns3:_="">
    <xsd:import namespace="51c7d8ad-74c8-4833-8478-0d0a5cafce0c"/>
    <xsd:import namespace="6dfb7b4b-871d-4c24-9d42-16b14ecd04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c7d8ad-74c8-4833-8478-0d0a5cafce0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0ee60025-c679-4a62-8c04-7497c58c13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fb7b4b-871d-4c24-9d42-16b14ecd044c" elementFormDefault="qualified">
    <xsd:import namespace="http://schemas.microsoft.com/office/2006/documentManagement/types"/>
    <xsd:import namespace="http://schemas.microsoft.com/office/infopath/2007/PartnerControls"/>
    <xsd:element name="TaxCatchAll" ma:index="21" nillable="true" ma:displayName="Taxonomy Catch All Column" ma:hidden="true" ma:list="{8eba7f03-0d99-448d-81e1-4bd1ef8a7665}" ma:internalName="TaxCatchAll" ma:showField="CatchAllData" ma:web="6dfb7b4b-871d-4c24-9d42-16b14ecd04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EF670CE-B0AA-4D52-AFC6-AA4BF7D46EEA}">
  <ds:schemaRefs>
    <ds:schemaRef ds:uri="http://schemas.microsoft.com/office/2006/metadata/properties"/>
    <ds:schemaRef ds:uri="http://schemas.microsoft.com/office/infopath/2007/PartnerControls"/>
    <ds:schemaRef ds:uri="6dfb7b4b-871d-4c24-9d42-16b14ecd044c"/>
    <ds:schemaRef ds:uri="51c7d8ad-74c8-4833-8478-0d0a5cafce0c"/>
  </ds:schemaRefs>
</ds:datastoreItem>
</file>

<file path=customXml/itemProps2.xml><?xml version="1.0" encoding="utf-8"?>
<ds:datastoreItem xmlns:ds="http://schemas.openxmlformats.org/officeDocument/2006/customXml" ds:itemID="{EF875D47-8106-485E-98E0-D60C6A98DA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72A1115-3E72-42E2-A544-7EAA53D370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1c7d8ad-74c8-4833-8478-0d0a5cafce0c"/>
    <ds:schemaRef ds:uri="6dfb7b4b-871d-4c24-9d42-16b14ecd04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</TotalTime>
  <Words>39</Words>
  <Application>Microsoft Office PowerPoint</Application>
  <PresentationFormat>Custom</PresentationFormat>
  <Paragraphs>17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31</cp:revision>
  <dcterms:created xsi:type="dcterms:W3CDTF">2024-11-30T15:01:51Z</dcterms:created>
  <dcterms:modified xsi:type="dcterms:W3CDTF">2026-02-26T10:55:04Z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0x0101005B996248A2D0E04D87B9DBB54D269DA4</vt:lpwstr>
  </property>
</Properties>
</file>