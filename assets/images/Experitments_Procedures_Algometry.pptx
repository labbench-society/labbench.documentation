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20"/>
  </p:notesMasterIdLst>
  <p:sldIdLst>
    <p:sldId id="256" r:id="rId5"/>
    <p:sldId id="273" r:id="rId6"/>
    <p:sldId id="257" r:id="rId7"/>
    <p:sldId id="260" r:id="rId8"/>
    <p:sldId id="262" r:id="rId9"/>
    <p:sldId id="267" r:id="rId10"/>
    <p:sldId id="266" r:id="rId11"/>
    <p:sldId id="268" r:id="rId12"/>
    <p:sldId id="271" r:id="rId13"/>
    <p:sldId id="259" r:id="rId14"/>
    <p:sldId id="258" r:id="rId15"/>
    <p:sldId id="261" r:id="rId16"/>
    <p:sldId id="269" r:id="rId17"/>
    <p:sldId id="270" r:id="rId18"/>
    <p:sldId id="272" r:id="rId19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3" autoAdjust="0"/>
    <p:restoredTop sz="86441" autoAdjust="0"/>
  </p:normalViewPr>
  <p:slideViewPr>
    <p:cSldViewPr snapToGrid="0">
      <p:cViewPr>
        <p:scale>
          <a:sx n="50" d="100"/>
          <a:sy n="50" d="100"/>
        </p:scale>
        <p:origin x="1644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2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CEB9F-578A-EE70-F465-271A7AA20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8D813-DD15-7452-0B4E-3E4437716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0B9304-FA9E-3932-13E3-D1E4F7EEC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39925-A167-EF94-9763-7A962511D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03939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Stimulus Response: </a:t>
            </a:r>
            <a:r>
              <a:rPr lang="en-GB" dirty="0"/>
              <a:t>Illustration of the test UI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713945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CPM Test: UI used in the test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53454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75D26-7260-B250-0183-B7F29F1BE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11E0C-BCA2-B1F8-C31C-92D626B6B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341AE-6AD9-2316-630C-5B7D7A523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Temporal summation: UI used in the test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7AF9A-480C-17C1-C155-53A892F64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93421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C4DC0-91E3-9E1F-CBC1-B139DC95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5EA6A-8D37-023A-885C-0D710580C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BC497-4270-1FD7-665D-77563956E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Arbitrary: UI used in the test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2756E-F783-80CE-069B-78C8370450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882133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81E56-1442-F0C7-AB6F-602CDB37E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DC734-AE32-BA77-8672-B1AF9EDCC1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41927-B56A-0E27-D1B2-9F0601B4B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Static Temporal Summation: UI used in the test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C3B4F-C1FD-FF65-6C20-ABF0453ADE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9160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DF022-2B19-1AF2-A869-515D6020F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F713F-2C7D-8B15-3E6C-03EFA4E74C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E6E0B-4ADF-1E36-E7DF-FD90BF8B8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Arbitrary: Stimulus Rating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7057A-48F4-BDC5-D3C1-369E8E6FC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409918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D2D08-2E72-C489-C7D2-D3ED6F7E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EBFE6-3F41-1EC8-D505-76E67F607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1CF86-AEF1-C844-D85F-CC8EE2855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Conditioned Pain Rating: Stimulus Rating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E1F8B-12B0-F7AF-2336-4F12BD96A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417081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SR Test</a:t>
            </a:r>
            <a:endParaRPr lang="en-DK" dirty="0"/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635228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SR Test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71509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9E3A6-5275-57A4-7603-317439430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85A40F-800E-DED1-6CC6-BBB5F6723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F1B0BA-0860-FCC6-167D-DF08FD053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CPM Test</a:t>
            </a:r>
            <a:endParaRPr lang="en-DK" dirty="0"/>
          </a:p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AE594-66C7-675D-D19A-B7AB3907A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444089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D71F9-80E3-C54D-6E79-6E537BA2A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029B15-528E-63F1-9E93-62DE2E1FA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F5E09-A97D-0470-5E60-D70897E46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Stimulus Rating: Threshold Determinations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41064-76F7-1A9D-6F04-9F07BB9C0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8192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2FAF-C30A-7D8B-BEB5-CBEB6CEA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D06741-78B7-5340-650E-68D799BAF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2499CB-A48C-41EB-682F-FE2F9C751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Stimulus Rating: Externally Conditioned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01A3D-E28D-16D7-CDA1-D33B1F88D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2437298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BD21B-7D9F-E0F8-219A-52DDCEF8B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F3D335-DCE3-4ED7-1C21-A893C155C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1E607-816A-862C-33FD-6E0C9CFB3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CPM Rating: Options for Conditioning stimulation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2C377-68BE-BD00-336E-C7E17B47C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0FA34-EF5F-4A31-AAB0-55E03B625DB3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3165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19/04/2026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6C22507-0690-9E79-F9F9-DD1E0439088F}"/>
              </a:ext>
            </a:extLst>
          </p:cNvPr>
          <p:cNvGrpSpPr/>
          <p:nvPr/>
        </p:nvGrpSpPr>
        <p:grpSpPr>
          <a:xfrm>
            <a:off x="4087984" y="3997830"/>
            <a:ext cx="2749534" cy="1676545"/>
            <a:chOff x="469970" y="4181402"/>
            <a:chExt cx="2749534" cy="16765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7DC0515-EEBE-1484-E0A4-54DB1C49FD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970" y="4181402"/>
              <a:ext cx="2749534" cy="167654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0C99867-19DB-B375-4D94-F57B085BBC56}"/>
                </a:ext>
              </a:extLst>
            </p:cNvPr>
            <p:cNvSpPr/>
            <p:nvPr/>
          </p:nvSpPr>
          <p:spPr>
            <a:xfrm>
              <a:off x="3123247" y="4323267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844AC99-CCED-8FD0-7AC4-278C9F7150C3}"/>
                </a:ext>
              </a:extLst>
            </p:cNvPr>
            <p:cNvSpPr/>
            <p:nvPr/>
          </p:nvSpPr>
          <p:spPr>
            <a:xfrm>
              <a:off x="3123247" y="4566511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046983D-D559-C2C7-E4A4-1E538EA17C73}"/>
                </a:ext>
              </a:extLst>
            </p:cNvPr>
            <p:cNvSpPr/>
            <p:nvPr/>
          </p:nvSpPr>
          <p:spPr>
            <a:xfrm>
              <a:off x="3123247" y="4803626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DC01C2B-6BDF-117D-D456-2C8CAA2E4EE9}"/>
                </a:ext>
              </a:extLst>
            </p:cNvPr>
            <p:cNvSpPr/>
            <p:nvPr/>
          </p:nvSpPr>
          <p:spPr>
            <a:xfrm>
              <a:off x="3123247" y="5018295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336C86-5130-A3CF-689C-9B924132FF5E}"/>
                </a:ext>
              </a:extLst>
            </p:cNvPr>
            <p:cNvSpPr/>
            <p:nvPr/>
          </p:nvSpPr>
          <p:spPr>
            <a:xfrm>
              <a:off x="3123247" y="5508179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28F9A2E-761D-3E57-F79B-B2EC4A996DBC}"/>
              </a:ext>
            </a:extLst>
          </p:cNvPr>
          <p:cNvGrpSpPr/>
          <p:nvPr/>
        </p:nvGrpSpPr>
        <p:grpSpPr>
          <a:xfrm>
            <a:off x="7217485" y="2307825"/>
            <a:ext cx="4267570" cy="2170364"/>
            <a:chOff x="5734615" y="321076"/>
            <a:chExt cx="4267570" cy="21703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4030BD5-A1A8-D907-E81E-D7FA600EA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34615" y="321076"/>
              <a:ext cx="4267570" cy="217036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E5DE7EC-6AF2-D254-D7C4-B20986000F16}"/>
                </a:ext>
              </a:extLst>
            </p:cNvPr>
            <p:cNvSpPr/>
            <p:nvPr/>
          </p:nvSpPr>
          <p:spPr>
            <a:xfrm>
              <a:off x="6115403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8987226-3720-7D2A-2FAD-09A6667E6781}"/>
                </a:ext>
              </a:extLst>
            </p:cNvPr>
            <p:cNvSpPr/>
            <p:nvPr/>
          </p:nvSpPr>
          <p:spPr>
            <a:xfrm>
              <a:off x="6782223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C91E0C-6F6B-4740-E234-31A447529760}"/>
                </a:ext>
              </a:extLst>
            </p:cNvPr>
            <p:cNvSpPr/>
            <p:nvPr/>
          </p:nvSpPr>
          <p:spPr>
            <a:xfrm>
              <a:off x="7239282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44DB653-9F1C-ECF2-E595-55FDDDA2E220}"/>
                </a:ext>
              </a:extLst>
            </p:cNvPr>
            <p:cNvSpPr/>
            <p:nvPr/>
          </p:nvSpPr>
          <p:spPr>
            <a:xfrm>
              <a:off x="7825537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A51E2BB-9B46-73DA-106A-535E83BACD79}"/>
                </a:ext>
              </a:extLst>
            </p:cNvPr>
            <p:cNvSpPr/>
            <p:nvPr/>
          </p:nvSpPr>
          <p:spPr>
            <a:xfrm>
              <a:off x="8287032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E894832-150B-37FB-370C-271D6AFBF9A1}"/>
                </a:ext>
              </a:extLst>
            </p:cNvPr>
            <p:cNvSpPr/>
            <p:nvPr/>
          </p:nvSpPr>
          <p:spPr>
            <a:xfrm>
              <a:off x="8810625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1193D5B-8776-CDA9-CC45-FC0B7B72C44D}"/>
                </a:ext>
              </a:extLst>
            </p:cNvPr>
            <p:cNvSpPr/>
            <p:nvPr/>
          </p:nvSpPr>
          <p:spPr>
            <a:xfrm>
              <a:off x="9201150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E61CEE4-6A89-C39A-A18F-451AA04E5F0D}"/>
                </a:ext>
              </a:extLst>
            </p:cNvPr>
            <p:cNvSpPr/>
            <p:nvPr/>
          </p:nvSpPr>
          <p:spPr>
            <a:xfrm>
              <a:off x="9658350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FEBCF9D-F62A-6B08-A8F6-4B1D5215E6E6}"/>
              </a:ext>
            </a:extLst>
          </p:cNvPr>
          <p:cNvGrpSpPr/>
          <p:nvPr/>
        </p:nvGrpSpPr>
        <p:grpSpPr>
          <a:xfrm>
            <a:off x="12553330" y="2554466"/>
            <a:ext cx="1688738" cy="1652159"/>
            <a:chOff x="7036583" y="2686048"/>
            <a:chExt cx="1688738" cy="165215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8F032166-1EF2-67AB-C8D8-966816973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36583" y="2686048"/>
              <a:ext cx="1688738" cy="1652159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A3B6BD4-4C5D-478B-BFD8-E19EF8134051}"/>
                </a:ext>
              </a:extLst>
            </p:cNvPr>
            <p:cNvSpPr/>
            <p:nvPr/>
          </p:nvSpPr>
          <p:spPr>
            <a:xfrm>
              <a:off x="7838089" y="4231817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96CF40B-B56E-0A46-1D1A-B2DE9D8C3EDE}"/>
              </a:ext>
            </a:extLst>
          </p:cNvPr>
          <p:cNvGrpSpPr/>
          <p:nvPr/>
        </p:nvGrpSpPr>
        <p:grpSpPr>
          <a:xfrm>
            <a:off x="15606958" y="2554466"/>
            <a:ext cx="1688738" cy="1652159"/>
            <a:chOff x="2098892" y="2686048"/>
            <a:chExt cx="1688738" cy="1652159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03E132E-ED73-19FE-652F-DBA69B82F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98892" y="2686048"/>
              <a:ext cx="1688738" cy="1652159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685EC0F-5F17-95E4-5490-FC4E4A562123}"/>
                </a:ext>
              </a:extLst>
            </p:cNvPr>
            <p:cNvSpPr/>
            <p:nvPr/>
          </p:nvSpPr>
          <p:spPr>
            <a:xfrm>
              <a:off x="2883924" y="4233433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5435D3F-F6ED-B8AF-110C-5CA118C3F579}"/>
              </a:ext>
            </a:extLst>
          </p:cNvPr>
          <p:cNvSpPr txBox="1"/>
          <p:nvPr/>
        </p:nvSpPr>
        <p:spPr>
          <a:xfrm>
            <a:off x="14557265" y="3088157"/>
            <a:ext cx="734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OR</a:t>
            </a:r>
            <a:endParaRPr lang="en-DK" sz="3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D4E92D3-3CD8-A493-5918-7D93DF2FC2ED}"/>
              </a:ext>
            </a:extLst>
          </p:cNvPr>
          <p:cNvSpPr/>
          <p:nvPr/>
        </p:nvSpPr>
        <p:spPr>
          <a:xfrm>
            <a:off x="12216112" y="2307825"/>
            <a:ext cx="5403273" cy="217036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ACA19EC6-CCDA-F03A-C02F-CED3A5923B86}"/>
              </a:ext>
            </a:extLst>
          </p:cNvPr>
          <p:cNvCxnSpPr>
            <a:stCxn id="36" idx="2"/>
            <a:endCxn id="28" idx="2"/>
          </p:cNvCxnSpPr>
          <p:nvPr/>
        </p:nvCxnSpPr>
        <p:spPr>
          <a:xfrm rot="5400000" flipH="1">
            <a:off x="13046153" y="2606593"/>
            <a:ext cx="9526" cy="3733666"/>
          </a:xfrm>
          <a:prstGeom prst="bentConnector3">
            <a:avLst>
              <a:gd name="adj1" fmla="val -414502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74A87369-85D5-F02E-3E8B-AA51F3CE3CAD}"/>
              </a:ext>
            </a:extLst>
          </p:cNvPr>
          <p:cNvCxnSpPr>
            <a:cxnSpLocks/>
            <a:stCxn id="15" idx="2"/>
            <a:endCxn id="9" idx="3"/>
          </p:cNvCxnSpPr>
          <p:nvPr/>
        </p:nvCxnSpPr>
        <p:spPr>
          <a:xfrm rot="5400000">
            <a:off x="7027219" y="4268430"/>
            <a:ext cx="413685" cy="814150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A7F15-ECC7-51D8-B48F-AD32339B2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499DF2-E243-D512-B332-83A87E4EC94B}"/>
              </a:ext>
            </a:extLst>
          </p:cNvPr>
          <p:cNvGrpSpPr/>
          <p:nvPr/>
        </p:nvGrpSpPr>
        <p:grpSpPr>
          <a:xfrm>
            <a:off x="4450840" y="3997830"/>
            <a:ext cx="2749534" cy="1676545"/>
            <a:chOff x="469970" y="4181402"/>
            <a:chExt cx="2749534" cy="16765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3424BB6-B037-2FC9-24D5-D95A5158B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9970" y="4181402"/>
              <a:ext cx="2749534" cy="167654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A98C785-375B-CC5C-4B09-DCCD2B88D9B6}"/>
                </a:ext>
              </a:extLst>
            </p:cNvPr>
            <p:cNvSpPr/>
            <p:nvPr/>
          </p:nvSpPr>
          <p:spPr>
            <a:xfrm>
              <a:off x="3123247" y="4323267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37B2D13-2F6C-C708-0AAC-4120C9911953}"/>
                </a:ext>
              </a:extLst>
            </p:cNvPr>
            <p:cNvSpPr/>
            <p:nvPr/>
          </p:nvSpPr>
          <p:spPr>
            <a:xfrm>
              <a:off x="3123247" y="4566511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DA54DD0-796C-DE7D-A46B-52AE4FD80265}"/>
                </a:ext>
              </a:extLst>
            </p:cNvPr>
            <p:cNvSpPr/>
            <p:nvPr/>
          </p:nvSpPr>
          <p:spPr>
            <a:xfrm>
              <a:off x="3123247" y="4803626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78BDEAB-B5F8-0F50-8568-CD090537E8CE}"/>
                </a:ext>
              </a:extLst>
            </p:cNvPr>
            <p:cNvSpPr/>
            <p:nvPr/>
          </p:nvSpPr>
          <p:spPr>
            <a:xfrm>
              <a:off x="3123247" y="5018295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7F34F1-6DD1-4705-CCE5-293C806F2BD6}"/>
                </a:ext>
              </a:extLst>
            </p:cNvPr>
            <p:cNvSpPr/>
            <p:nvPr/>
          </p:nvSpPr>
          <p:spPr>
            <a:xfrm>
              <a:off x="3123247" y="5508179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85778A-5711-357D-493F-A2BDA524718C}"/>
              </a:ext>
            </a:extLst>
          </p:cNvPr>
          <p:cNvGrpSpPr/>
          <p:nvPr/>
        </p:nvGrpSpPr>
        <p:grpSpPr>
          <a:xfrm>
            <a:off x="7304570" y="1553080"/>
            <a:ext cx="4267570" cy="2170364"/>
            <a:chOff x="5734615" y="321076"/>
            <a:chExt cx="4267570" cy="21703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2F95C72-BBAD-9AC2-87AB-87CD91EBF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34615" y="321076"/>
              <a:ext cx="4267570" cy="217036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23E3682-615F-EEA4-9DFC-AFCBD0ABF773}"/>
                </a:ext>
              </a:extLst>
            </p:cNvPr>
            <p:cNvSpPr/>
            <p:nvPr/>
          </p:nvSpPr>
          <p:spPr>
            <a:xfrm>
              <a:off x="6115403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37C60EA-EAA0-3298-3710-0DB2A3EA4308}"/>
                </a:ext>
              </a:extLst>
            </p:cNvPr>
            <p:cNvSpPr/>
            <p:nvPr/>
          </p:nvSpPr>
          <p:spPr>
            <a:xfrm>
              <a:off x="6782223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EB5B55-F21F-96A7-6903-9A44120B3855}"/>
                </a:ext>
              </a:extLst>
            </p:cNvPr>
            <p:cNvSpPr/>
            <p:nvPr/>
          </p:nvSpPr>
          <p:spPr>
            <a:xfrm>
              <a:off x="7239282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BCFB45-260D-296B-0EBF-30B898868002}"/>
                </a:ext>
              </a:extLst>
            </p:cNvPr>
            <p:cNvSpPr/>
            <p:nvPr/>
          </p:nvSpPr>
          <p:spPr>
            <a:xfrm>
              <a:off x="7825537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C4758E0-1397-1E7A-D905-8E940152CD79}"/>
                </a:ext>
              </a:extLst>
            </p:cNvPr>
            <p:cNvSpPr/>
            <p:nvPr/>
          </p:nvSpPr>
          <p:spPr>
            <a:xfrm>
              <a:off x="8287032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96E2ADB-031B-658F-7106-C073C2271356}"/>
                </a:ext>
              </a:extLst>
            </p:cNvPr>
            <p:cNvSpPr/>
            <p:nvPr/>
          </p:nvSpPr>
          <p:spPr>
            <a:xfrm>
              <a:off x="8810625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45A6B55-CAD0-FD02-3E1A-83235A798134}"/>
                </a:ext>
              </a:extLst>
            </p:cNvPr>
            <p:cNvSpPr/>
            <p:nvPr/>
          </p:nvSpPr>
          <p:spPr>
            <a:xfrm>
              <a:off x="9201150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F3CC62C-30F0-FD40-6B06-1CE56A6A0793}"/>
                </a:ext>
              </a:extLst>
            </p:cNvPr>
            <p:cNvSpPr/>
            <p:nvPr/>
          </p:nvSpPr>
          <p:spPr>
            <a:xfrm>
              <a:off x="9658350" y="2386664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3C49950-DA51-FDAD-08A3-A3675D360CAE}"/>
              </a:ext>
            </a:extLst>
          </p:cNvPr>
          <p:cNvGrpSpPr/>
          <p:nvPr/>
        </p:nvGrpSpPr>
        <p:grpSpPr>
          <a:xfrm>
            <a:off x="12640415" y="1799721"/>
            <a:ext cx="1688738" cy="1652159"/>
            <a:chOff x="7036583" y="2686048"/>
            <a:chExt cx="1688738" cy="1652159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1F6089F-78E3-4501-084B-DF1C62254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36583" y="2686048"/>
              <a:ext cx="1688738" cy="1652159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79DEFD85-820D-13D0-DCD3-084EE92547C2}"/>
                </a:ext>
              </a:extLst>
            </p:cNvPr>
            <p:cNvSpPr/>
            <p:nvPr/>
          </p:nvSpPr>
          <p:spPr>
            <a:xfrm>
              <a:off x="7838089" y="4231817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C3EE8C8-7406-5B2D-AA20-AA22DA96C00B}"/>
              </a:ext>
            </a:extLst>
          </p:cNvPr>
          <p:cNvGrpSpPr/>
          <p:nvPr/>
        </p:nvGrpSpPr>
        <p:grpSpPr>
          <a:xfrm>
            <a:off x="15694043" y="1799721"/>
            <a:ext cx="1688738" cy="1652159"/>
            <a:chOff x="2098892" y="2686048"/>
            <a:chExt cx="1688738" cy="1652159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E719FB2C-3EE6-4BA6-74A6-506F0A330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098892" y="2686048"/>
              <a:ext cx="1688738" cy="1652159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FBDDD57-2A35-296E-C0B2-467B94F08F44}"/>
                </a:ext>
              </a:extLst>
            </p:cNvPr>
            <p:cNvSpPr/>
            <p:nvPr/>
          </p:nvSpPr>
          <p:spPr>
            <a:xfrm>
              <a:off x="2883924" y="4233433"/>
              <a:ext cx="85725" cy="9525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F0948792-B833-9A7A-D996-D9BF615BD6D1}"/>
              </a:ext>
            </a:extLst>
          </p:cNvPr>
          <p:cNvSpPr txBox="1"/>
          <p:nvPr/>
        </p:nvSpPr>
        <p:spPr>
          <a:xfrm>
            <a:off x="14644350" y="2333412"/>
            <a:ext cx="7344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OR</a:t>
            </a:r>
            <a:endParaRPr lang="en-DK" sz="32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72DF3C7-931D-8F90-AD69-F2145266B488}"/>
              </a:ext>
            </a:extLst>
          </p:cNvPr>
          <p:cNvSpPr/>
          <p:nvPr/>
        </p:nvSpPr>
        <p:spPr>
          <a:xfrm>
            <a:off x="12303197" y="1553080"/>
            <a:ext cx="5403273" cy="217036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EB8AB442-4F1A-FAD0-1F66-11780B69383C}"/>
              </a:ext>
            </a:extLst>
          </p:cNvPr>
          <p:cNvCxnSpPr>
            <a:stCxn id="36" idx="2"/>
            <a:endCxn id="28" idx="2"/>
          </p:cNvCxnSpPr>
          <p:nvPr/>
        </p:nvCxnSpPr>
        <p:spPr>
          <a:xfrm rot="5400000" flipH="1">
            <a:off x="13133238" y="1851848"/>
            <a:ext cx="9526" cy="3733666"/>
          </a:xfrm>
          <a:prstGeom prst="bentConnector3">
            <a:avLst>
              <a:gd name="adj1" fmla="val -414502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4727B66C-25F5-36A3-418E-CDAB0E723408}"/>
              </a:ext>
            </a:extLst>
          </p:cNvPr>
          <p:cNvCxnSpPr>
            <a:cxnSpLocks/>
            <a:stCxn id="15" idx="2"/>
            <a:endCxn id="9" idx="3"/>
          </p:cNvCxnSpPr>
          <p:nvPr/>
        </p:nvCxnSpPr>
        <p:spPr>
          <a:xfrm rot="5400000">
            <a:off x="6874817" y="4028944"/>
            <a:ext cx="1168430" cy="538379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AB2C7E3-A61E-C25C-99B2-646086D8B81C}"/>
              </a:ext>
            </a:extLst>
          </p:cNvPr>
          <p:cNvGrpSpPr/>
          <p:nvPr/>
        </p:nvGrpSpPr>
        <p:grpSpPr>
          <a:xfrm>
            <a:off x="12640415" y="4504541"/>
            <a:ext cx="1973370" cy="1732549"/>
            <a:chOff x="5364220" y="351033"/>
            <a:chExt cx="1973370" cy="173254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80FA873-BBB7-B0B2-3FF1-B02386284E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770434" y="1091938"/>
              <a:ext cx="1167455" cy="279258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7F1E075-A76F-2B8E-FFA8-AD2D0EDE9B8C}"/>
                </a:ext>
              </a:extLst>
            </p:cNvPr>
            <p:cNvGrpSpPr/>
            <p:nvPr/>
          </p:nvGrpSpPr>
          <p:grpSpPr>
            <a:xfrm>
              <a:off x="5364220" y="351033"/>
              <a:ext cx="1973370" cy="1732549"/>
              <a:chOff x="5910261" y="504238"/>
              <a:chExt cx="1973370" cy="1732549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467206-A6C1-786E-1E38-D290EE435FDD}"/>
                  </a:ext>
                </a:extLst>
              </p:cNvPr>
              <p:cNvSpPr txBox="1"/>
              <p:nvPr/>
            </p:nvSpPr>
            <p:spPr>
              <a:xfrm>
                <a:off x="5910261" y="504238"/>
                <a:ext cx="166705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1400" dirty="0"/>
                  <a:t>LabBench DISPLAY</a:t>
                </a:r>
                <a:endParaRPr lang="en-DK" sz="140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BDFA530-60E8-B291-42D8-0061A1AF478B}"/>
                  </a:ext>
                </a:extLst>
              </p:cNvPr>
              <p:cNvSpPr/>
              <p:nvPr/>
            </p:nvSpPr>
            <p:spPr>
              <a:xfrm>
                <a:off x="5916775" y="504239"/>
                <a:ext cx="1966856" cy="173254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21EB7075-6D61-10A7-9736-4847F4F3BD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35" t="13275" r="7301" b="13277"/>
              <a:stretch/>
            </p:blipFill>
            <p:spPr>
              <a:xfrm>
                <a:off x="6007171" y="798114"/>
                <a:ext cx="1786064" cy="1347788"/>
              </a:xfrm>
              <a:prstGeom prst="rect">
                <a:avLst/>
              </a:prstGeom>
            </p:spPr>
          </p:pic>
        </p:grpSp>
      </p:grp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B0023D0-DC9F-2ACF-98B4-DC557B5528BC}"/>
              </a:ext>
            </a:extLst>
          </p:cNvPr>
          <p:cNvCxnSpPr>
            <a:stCxn id="10" idx="3"/>
            <a:endCxn id="16" idx="1"/>
          </p:cNvCxnSpPr>
          <p:nvPr/>
        </p:nvCxnSpPr>
        <p:spPr>
          <a:xfrm flipV="1">
            <a:off x="7189842" y="5370816"/>
            <a:ext cx="5457087" cy="1416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966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82784990-64AE-93ED-BEA6-79DCA88CAEB0}"/>
              </a:ext>
            </a:extLst>
          </p:cNvPr>
          <p:cNvGrpSpPr/>
          <p:nvPr/>
        </p:nvGrpSpPr>
        <p:grpSpPr>
          <a:xfrm>
            <a:off x="4029820" y="4737759"/>
            <a:ext cx="10920211" cy="6599386"/>
            <a:chOff x="1750510" y="1566602"/>
            <a:chExt cx="6163535" cy="372479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FA1A035-BD50-CE33-4266-7932E654A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50510" y="1566602"/>
              <a:ext cx="6163535" cy="372479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57D56B6-AEA1-438E-5D53-1B82F7FF3BA5}"/>
                </a:ext>
              </a:extLst>
            </p:cNvPr>
            <p:cNvSpPr/>
            <p:nvPr/>
          </p:nvSpPr>
          <p:spPr>
            <a:xfrm>
              <a:off x="2568539" y="1805425"/>
              <a:ext cx="133564" cy="1335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K" sz="3189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80D6159D-3D8B-7F53-4A4C-35100DD2ACE2}"/>
              </a:ext>
            </a:extLst>
          </p:cNvPr>
          <p:cNvSpPr/>
          <p:nvPr/>
        </p:nvSpPr>
        <p:spPr>
          <a:xfrm>
            <a:off x="4029818" y="4737759"/>
            <a:ext cx="10920211" cy="308580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195D0E-E93C-C892-540B-0F7B340CBDBF}"/>
              </a:ext>
            </a:extLst>
          </p:cNvPr>
          <p:cNvSpPr/>
          <p:nvPr/>
        </p:nvSpPr>
        <p:spPr>
          <a:xfrm>
            <a:off x="4029816" y="7823565"/>
            <a:ext cx="10920211" cy="351357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B9237B8-CC0D-E6FC-7AA7-49A31D960826}"/>
              </a:ext>
            </a:extLst>
          </p:cNvPr>
          <p:cNvCxnSpPr>
            <a:cxnSpLocks/>
          </p:cNvCxnSpPr>
          <p:nvPr/>
        </p:nvCxnSpPr>
        <p:spPr>
          <a:xfrm flipH="1">
            <a:off x="14950027" y="9580354"/>
            <a:ext cx="797749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8B30E6-1DD2-80C9-9023-456FECD18B5B}"/>
              </a:ext>
            </a:extLst>
          </p:cNvPr>
          <p:cNvCxnSpPr>
            <a:cxnSpLocks/>
          </p:cNvCxnSpPr>
          <p:nvPr/>
        </p:nvCxnSpPr>
        <p:spPr>
          <a:xfrm flipH="1">
            <a:off x="14950027" y="6280662"/>
            <a:ext cx="797749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997516E-9011-526E-E894-56BCA8FA9397}"/>
              </a:ext>
            </a:extLst>
          </p:cNvPr>
          <p:cNvSpPr txBox="1"/>
          <p:nvPr/>
        </p:nvSpPr>
        <p:spPr>
          <a:xfrm>
            <a:off x="15747776" y="9307702"/>
            <a:ext cx="5122454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Psychophysical ratings</a:t>
            </a:r>
            <a:endParaRPr lang="en-DK" sz="248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0A1E1-2EE7-9FEE-60B3-1827031B40BB}"/>
              </a:ext>
            </a:extLst>
          </p:cNvPr>
          <p:cNvSpPr txBox="1"/>
          <p:nvPr/>
        </p:nvSpPr>
        <p:spPr>
          <a:xfrm>
            <a:off x="15747776" y="6008009"/>
            <a:ext cx="5122454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Applied pressure</a:t>
            </a:r>
            <a:endParaRPr lang="en-DK" sz="2480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79617B6-5BDD-B1A0-9E11-FDBB3B5E3BA5}"/>
              </a:ext>
            </a:extLst>
          </p:cNvPr>
          <p:cNvCxnSpPr>
            <a:cxnSpLocks/>
            <a:endCxn id="14" idx="0"/>
          </p:cNvCxnSpPr>
          <p:nvPr/>
        </p:nvCxnSpPr>
        <p:spPr>
          <a:xfrm rot="10800000" flipV="1">
            <a:off x="5597481" y="4273943"/>
            <a:ext cx="1829420" cy="886948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3581E8E-FA68-AA29-8004-C02E71E20392}"/>
              </a:ext>
            </a:extLst>
          </p:cNvPr>
          <p:cNvSpPr txBox="1"/>
          <p:nvPr/>
        </p:nvSpPr>
        <p:spPr>
          <a:xfrm>
            <a:off x="7426900" y="4001289"/>
            <a:ext cx="6098066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Pressure outlets used in the test</a:t>
            </a:r>
          </a:p>
        </p:txBody>
      </p:sp>
    </p:spTree>
    <p:extLst>
      <p:ext uri="{BB962C8B-B14F-4D97-AF65-F5344CB8AC3E}">
        <p14:creationId xmlns:p14="http://schemas.microsoft.com/office/powerpoint/2010/main" val="898925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C6FA44-772B-001B-6385-78096FF33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937" y="4737758"/>
            <a:ext cx="10937089" cy="654875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40078F-389B-F545-9B8C-001E0115105A}"/>
              </a:ext>
            </a:extLst>
          </p:cNvPr>
          <p:cNvSpPr/>
          <p:nvPr/>
        </p:nvSpPr>
        <p:spPr>
          <a:xfrm>
            <a:off x="4029818" y="4737759"/>
            <a:ext cx="10920211" cy="308580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2F24A5-28D3-09AF-AC1A-EE2976AA88DD}"/>
              </a:ext>
            </a:extLst>
          </p:cNvPr>
          <p:cNvSpPr/>
          <p:nvPr/>
        </p:nvSpPr>
        <p:spPr>
          <a:xfrm>
            <a:off x="4029816" y="7823565"/>
            <a:ext cx="10920211" cy="351357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DDF8D13-AFBC-E18F-0FD3-D7D5D0680CA5}"/>
              </a:ext>
            </a:extLst>
          </p:cNvPr>
          <p:cNvCxnSpPr>
            <a:cxnSpLocks/>
          </p:cNvCxnSpPr>
          <p:nvPr/>
        </p:nvCxnSpPr>
        <p:spPr>
          <a:xfrm flipH="1">
            <a:off x="14950027" y="9580354"/>
            <a:ext cx="797749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A8DA1BD-7220-C1D1-73D5-41CB203893FA}"/>
              </a:ext>
            </a:extLst>
          </p:cNvPr>
          <p:cNvCxnSpPr>
            <a:cxnSpLocks/>
          </p:cNvCxnSpPr>
          <p:nvPr/>
        </p:nvCxnSpPr>
        <p:spPr>
          <a:xfrm flipH="1">
            <a:off x="14950027" y="6280662"/>
            <a:ext cx="797749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749B784-B6AF-7D8F-970A-E687DD76A5F2}"/>
              </a:ext>
            </a:extLst>
          </p:cNvPr>
          <p:cNvSpPr/>
          <p:nvPr/>
        </p:nvSpPr>
        <p:spPr>
          <a:xfrm>
            <a:off x="5479158" y="5160892"/>
            <a:ext cx="236641" cy="236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EC3923F-1A58-67A6-9CFB-663881D848A8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5597481" y="4273943"/>
            <a:ext cx="1829420" cy="886948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4AD558-E2A2-FA76-B55A-9F100C4EBF6F}"/>
              </a:ext>
            </a:extLst>
          </p:cNvPr>
          <p:cNvSpPr txBox="1"/>
          <p:nvPr/>
        </p:nvSpPr>
        <p:spPr>
          <a:xfrm>
            <a:off x="7426900" y="4001289"/>
            <a:ext cx="6098066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Pressure outlets used in the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DDB6D4-8B9E-6F49-62EC-D945845F0D57}"/>
              </a:ext>
            </a:extLst>
          </p:cNvPr>
          <p:cNvSpPr txBox="1"/>
          <p:nvPr/>
        </p:nvSpPr>
        <p:spPr>
          <a:xfrm>
            <a:off x="15747776" y="9289081"/>
            <a:ext cx="5122454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Psychophysical ratings</a:t>
            </a:r>
            <a:endParaRPr lang="en-DK" sz="248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A1C6E3-DB9C-3C98-371C-8F88149A74AF}"/>
              </a:ext>
            </a:extLst>
          </p:cNvPr>
          <p:cNvSpPr txBox="1"/>
          <p:nvPr/>
        </p:nvSpPr>
        <p:spPr>
          <a:xfrm>
            <a:off x="15747776" y="5989387"/>
            <a:ext cx="5122454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Applied pressures</a:t>
            </a:r>
            <a:endParaRPr lang="en-DK" sz="2480" dirty="0"/>
          </a:p>
        </p:txBody>
      </p:sp>
    </p:spTree>
    <p:extLst>
      <p:ext uri="{BB962C8B-B14F-4D97-AF65-F5344CB8AC3E}">
        <p14:creationId xmlns:p14="http://schemas.microsoft.com/office/powerpoint/2010/main" val="4126850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2B14D-6078-6812-51B8-E6E3C1FA3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6C51E57-E5D2-3733-397C-D9BDB3275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254" y="4752993"/>
            <a:ext cx="10903333" cy="65993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D9BB1B-A96B-127C-AA68-D955D6B4D358}"/>
              </a:ext>
            </a:extLst>
          </p:cNvPr>
          <p:cNvSpPr/>
          <p:nvPr/>
        </p:nvSpPr>
        <p:spPr>
          <a:xfrm>
            <a:off x="4029818" y="4737759"/>
            <a:ext cx="10920211" cy="308580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703305-16B6-6560-FE0B-D51D2496D802}"/>
              </a:ext>
            </a:extLst>
          </p:cNvPr>
          <p:cNvSpPr/>
          <p:nvPr/>
        </p:nvSpPr>
        <p:spPr>
          <a:xfrm>
            <a:off x="4029816" y="7823565"/>
            <a:ext cx="10920211" cy="351357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2E655F-1CA7-9FD5-DCB8-94A01EA7EC82}"/>
              </a:ext>
            </a:extLst>
          </p:cNvPr>
          <p:cNvCxnSpPr>
            <a:cxnSpLocks/>
          </p:cNvCxnSpPr>
          <p:nvPr/>
        </p:nvCxnSpPr>
        <p:spPr>
          <a:xfrm flipH="1">
            <a:off x="14950027" y="9580354"/>
            <a:ext cx="797749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26E381-EE35-0A49-CD5D-48B57B1F156E}"/>
              </a:ext>
            </a:extLst>
          </p:cNvPr>
          <p:cNvCxnSpPr>
            <a:cxnSpLocks/>
          </p:cNvCxnSpPr>
          <p:nvPr/>
        </p:nvCxnSpPr>
        <p:spPr>
          <a:xfrm flipH="1">
            <a:off x="14950027" y="6280662"/>
            <a:ext cx="797749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3660380-DF46-46F4-83F2-E11214B9976B}"/>
              </a:ext>
            </a:extLst>
          </p:cNvPr>
          <p:cNvSpPr/>
          <p:nvPr/>
        </p:nvSpPr>
        <p:spPr>
          <a:xfrm>
            <a:off x="5479158" y="5160892"/>
            <a:ext cx="236641" cy="236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AF4FD14E-A8DC-F5C5-880B-7476DE02C961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5597481" y="4273943"/>
            <a:ext cx="1829420" cy="886948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BD191CD-E0A8-C001-18EC-213371C6B1D2}"/>
              </a:ext>
            </a:extLst>
          </p:cNvPr>
          <p:cNvSpPr txBox="1"/>
          <p:nvPr/>
        </p:nvSpPr>
        <p:spPr>
          <a:xfrm>
            <a:off x="7426900" y="4001289"/>
            <a:ext cx="6098066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Pressure outlets used in the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6BEEA0-7954-92AA-1EFE-1C4771BA14D2}"/>
              </a:ext>
            </a:extLst>
          </p:cNvPr>
          <p:cNvSpPr txBox="1"/>
          <p:nvPr/>
        </p:nvSpPr>
        <p:spPr>
          <a:xfrm>
            <a:off x="15747776" y="9289081"/>
            <a:ext cx="5122454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Psychophysical ratings</a:t>
            </a:r>
            <a:endParaRPr lang="en-DK" sz="248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5A92BE-194A-3D28-7276-B8E3A202C33D}"/>
              </a:ext>
            </a:extLst>
          </p:cNvPr>
          <p:cNvSpPr txBox="1"/>
          <p:nvPr/>
        </p:nvSpPr>
        <p:spPr>
          <a:xfrm>
            <a:off x="15747776" y="5989387"/>
            <a:ext cx="5122454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Applied pressure</a:t>
            </a:r>
            <a:endParaRPr lang="en-DK" sz="2480" dirty="0"/>
          </a:p>
        </p:txBody>
      </p:sp>
    </p:spTree>
    <p:extLst>
      <p:ext uri="{BB962C8B-B14F-4D97-AF65-F5344CB8AC3E}">
        <p14:creationId xmlns:p14="http://schemas.microsoft.com/office/powerpoint/2010/main" val="3040490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BC709-22D9-1223-B22C-94A68C2B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FF3EC0-5A4C-EBA1-CB19-21A99DE4C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815" y="4727807"/>
            <a:ext cx="10970846" cy="65993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C67E8FD-2845-6BDB-4590-5A362D247167}"/>
              </a:ext>
            </a:extLst>
          </p:cNvPr>
          <p:cNvSpPr/>
          <p:nvPr/>
        </p:nvSpPr>
        <p:spPr>
          <a:xfrm>
            <a:off x="4029818" y="4737759"/>
            <a:ext cx="10920211" cy="308580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BBDE53-3C99-8DDA-9DE6-430ADB00EB6B}"/>
              </a:ext>
            </a:extLst>
          </p:cNvPr>
          <p:cNvSpPr/>
          <p:nvPr/>
        </p:nvSpPr>
        <p:spPr>
          <a:xfrm>
            <a:off x="4029816" y="7823565"/>
            <a:ext cx="10920211" cy="351357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A635F7F-E101-4523-E1BE-F48A0D0CFC28}"/>
              </a:ext>
            </a:extLst>
          </p:cNvPr>
          <p:cNvCxnSpPr>
            <a:cxnSpLocks/>
          </p:cNvCxnSpPr>
          <p:nvPr/>
        </p:nvCxnSpPr>
        <p:spPr>
          <a:xfrm flipH="1">
            <a:off x="14950027" y="9580354"/>
            <a:ext cx="797749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D474AC1-B175-2D3E-B26C-4E8EE01EB7A9}"/>
              </a:ext>
            </a:extLst>
          </p:cNvPr>
          <p:cNvCxnSpPr>
            <a:cxnSpLocks/>
          </p:cNvCxnSpPr>
          <p:nvPr/>
        </p:nvCxnSpPr>
        <p:spPr>
          <a:xfrm flipH="1">
            <a:off x="14950027" y="6280662"/>
            <a:ext cx="797749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297BFC7-E024-8D5B-D2D7-949055061FF8}"/>
              </a:ext>
            </a:extLst>
          </p:cNvPr>
          <p:cNvSpPr/>
          <p:nvPr/>
        </p:nvSpPr>
        <p:spPr>
          <a:xfrm>
            <a:off x="5479158" y="5160892"/>
            <a:ext cx="236641" cy="236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926FDFBD-C6BD-472D-518C-F42790D68BAC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5597481" y="4273943"/>
            <a:ext cx="1829420" cy="886948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AC510F9-2CE1-6622-5163-C64779870329}"/>
              </a:ext>
            </a:extLst>
          </p:cNvPr>
          <p:cNvSpPr txBox="1"/>
          <p:nvPr/>
        </p:nvSpPr>
        <p:spPr>
          <a:xfrm>
            <a:off x="7426900" y="4001289"/>
            <a:ext cx="6098066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Pressure outlets used in the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2F8CE6-9CB8-9672-8F89-B1BA6F7FDF18}"/>
              </a:ext>
            </a:extLst>
          </p:cNvPr>
          <p:cNvSpPr txBox="1"/>
          <p:nvPr/>
        </p:nvSpPr>
        <p:spPr>
          <a:xfrm>
            <a:off x="15747776" y="9289081"/>
            <a:ext cx="5122454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Psychophysical ratings</a:t>
            </a:r>
            <a:endParaRPr lang="en-DK" sz="248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CA0D86-6558-8B08-82D0-FDE177FDC2F7}"/>
              </a:ext>
            </a:extLst>
          </p:cNvPr>
          <p:cNvSpPr txBox="1"/>
          <p:nvPr/>
        </p:nvSpPr>
        <p:spPr>
          <a:xfrm>
            <a:off x="15747776" y="5989387"/>
            <a:ext cx="5122454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Applied pressure</a:t>
            </a:r>
            <a:endParaRPr lang="en-DK" sz="2480" dirty="0"/>
          </a:p>
        </p:txBody>
      </p:sp>
    </p:spTree>
    <p:extLst>
      <p:ext uri="{BB962C8B-B14F-4D97-AF65-F5344CB8AC3E}">
        <p14:creationId xmlns:p14="http://schemas.microsoft.com/office/powerpoint/2010/main" val="156821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E9723-F401-DE54-9B2D-ACA1817F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6777E0-F588-E221-305E-AAB02605E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1377" y="4763096"/>
            <a:ext cx="10937089" cy="656562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2C7E00-9AE8-BBC0-119E-7CEBC78AECF0}"/>
              </a:ext>
            </a:extLst>
          </p:cNvPr>
          <p:cNvSpPr/>
          <p:nvPr/>
        </p:nvSpPr>
        <p:spPr>
          <a:xfrm>
            <a:off x="4029818" y="4737759"/>
            <a:ext cx="10920211" cy="308580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BBEF34-5FE1-42FF-E944-E002A906133A}"/>
              </a:ext>
            </a:extLst>
          </p:cNvPr>
          <p:cNvSpPr/>
          <p:nvPr/>
        </p:nvSpPr>
        <p:spPr>
          <a:xfrm>
            <a:off x="4029816" y="7823565"/>
            <a:ext cx="10920211" cy="3513579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DB2F575-1F4D-E35C-CE11-73BB728D01ED}"/>
              </a:ext>
            </a:extLst>
          </p:cNvPr>
          <p:cNvCxnSpPr>
            <a:cxnSpLocks/>
          </p:cNvCxnSpPr>
          <p:nvPr/>
        </p:nvCxnSpPr>
        <p:spPr>
          <a:xfrm flipH="1">
            <a:off x="14950027" y="9580354"/>
            <a:ext cx="797749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DECBA9-8AB2-7F25-3CCD-1969E70C5F07}"/>
              </a:ext>
            </a:extLst>
          </p:cNvPr>
          <p:cNvCxnSpPr>
            <a:cxnSpLocks/>
          </p:cNvCxnSpPr>
          <p:nvPr/>
        </p:nvCxnSpPr>
        <p:spPr>
          <a:xfrm flipH="1">
            <a:off x="14950027" y="6280662"/>
            <a:ext cx="797749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D0ED5CE-0C6C-7272-297D-C195DB263869}"/>
              </a:ext>
            </a:extLst>
          </p:cNvPr>
          <p:cNvSpPr/>
          <p:nvPr/>
        </p:nvSpPr>
        <p:spPr>
          <a:xfrm>
            <a:off x="5479158" y="5160892"/>
            <a:ext cx="236641" cy="236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1D9E5A95-F7A9-C2C6-D18D-84896BAAC63C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5597481" y="4273943"/>
            <a:ext cx="1829420" cy="886948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31279EF-DA71-80B8-948A-1B153B19F385}"/>
              </a:ext>
            </a:extLst>
          </p:cNvPr>
          <p:cNvSpPr txBox="1"/>
          <p:nvPr/>
        </p:nvSpPr>
        <p:spPr>
          <a:xfrm>
            <a:off x="7426900" y="4001289"/>
            <a:ext cx="6098066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Pressure outlets used in the 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4ECBF3-E45F-BDB2-62D3-E1E4F75A1B0A}"/>
              </a:ext>
            </a:extLst>
          </p:cNvPr>
          <p:cNvSpPr txBox="1"/>
          <p:nvPr/>
        </p:nvSpPr>
        <p:spPr>
          <a:xfrm>
            <a:off x="15747776" y="9289081"/>
            <a:ext cx="5122454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Psychophysical ratings</a:t>
            </a:r>
            <a:endParaRPr lang="en-DK" sz="248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9F5805-7616-2A09-D217-AA4F0482EDF6}"/>
              </a:ext>
            </a:extLst>
          </p:cNvPr>
          <p:cNvSpPr txBox="1"/>
          <p:nvPr/>
        </p:nvSpPr>
        <p:spPr>
          <a:xfrm>
            <a:off x="15747776" y="5989387"/>
            <a:ext cx="5122454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Applied pressure</a:t>
            </a:r>
            <a:endParaRPr lang="en-DK" sz="2480" dirty="0"/>
          </a:p>
        </p:txBody>
      </p:sp>
    </p:spTree>
    <p:extLst>
      <p:ext uri="{BB962C8B-B14F-4D97-AF65-F5344CB8AC3E}">
        <p14:creationId xmlns:p14="http://schemas.microsoft.com/office/powerpoint/2010/main" val="3107969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8AEAD-C9CF-A6ED-EFF6-95B0A735B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069A45-584A-75B5-7D73-6A9A9BEF0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124" y="4786768"/>
            <a:ext cx="10987723" cy="65825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EB40C0E-9AC7-5410-2BD8-6B811F2CFE1F}"/>
              </a:ext>
            </a:extLst>
          </p:cNvPr>
          <p:cNvSpPr/>
          <p:nvPr/>
        </p:nvSpPr>
        <p:spPr>
          <a:xfrm>
            <a:off x="4029818" y="4737758"/>
            <a:ext cx="10920211" cy="663151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DD00E9D-C195-744E-8FF4-E9362B33477D}"/>
              </a:ext>
            </a:extLst>
          </p:cNvPr>
          <p:cNvCxnSpPr>
            <a:cxnSpLocks/>
          </p:cNvCxnSpPr>
          <p:nvPr/>
        </p:nvCxnSpPr>
        <p:spPr>
          <a:xfrm flipH="1">
            <a:off x="14950027" y="7992796"/>
            <a:ext cx="797749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A1446CC-D61E-38A2-8EE2-CA441BAC6D2B}"/>
              </a:ext>
            </a:extLst>
          </p:cNvPr>
          <p:cNvSpPr/>
          <p:nvPr/>
        </p:nvSpPr>
        <p:spPr>
          <a:xfrm>
            <a:off x="5479158" y="5160892"/>
            <a:ext cx="236641" cy="236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B3CB30E-27B5-455E-50C3-7E854479CFD1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5597481" y="4273943"/>
            <a:ext cx="1829420" cy="886948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7AA55F-83F9-1F51-41C4-1141DA2C0765}"/>
              </a:ext>
            </a:extLst>
          </p:cNvPr>
          <p:cNvSpPr txBox="1"/>
          <p:nvPr/>
        </p:nvSpPr>
        <p:spPr>
          <a:xfrm>
            <a:off x="7426900" y="4001289"/>
            <a:ext cx="6098066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Pressure outlets used in the test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198D4-DE87-FC7C-785B-E23AD61B4B1D}"/>
              </a:ext>
            </a:extLst>
          </p:cNvPr>
          <p:cNvSpPr txBox="1"/>
          <p:nvPr/>
        </p:nvSpPr>
        <p:spPr>
          <a:xfrm>
            <a:off x="15747776" y="7701522"/>
            <a:ext cx="5122454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Applied pressure</a:t>
            </a:r>
            <a:endParaRPr lang="en-DK" sz="2480" dirty="0"/>
          </a:p>
        </p:txBody>
      </p:sp>
    </p:spTree>
    <p:extLst>
      <p:ext uri="{BB962C8B-B14F-4D97-AF65-F5344CB8AC3E}">
        <p14:creationId xmlns:p14="http://schemas.microsoft.com/office/powerpoint/2010/main" val="9289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2B6E2-2473-C915-25E2-F4AEEDCE8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D5881B-5F44-17FD-672B-C82C9EAB7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937" y="4717416"/>
            <a:ext cx="10937089" cy="659938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28B70E7-BC28-E841-2A07-BE21B35B1B17}"/>
              </a:ext>
            </a:extLst>
          </p:cNvPr>
          <p:cNvSpPr/>
          <p:nvPr/>
        </p:nvSpPr>
        <p:spPr>
          <a:xfrm>
            <a:off x="4029818" y="4737758"/>
            <a:ext cx="10920211" cy="663151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779C07-75D4-E192-F221-51257184929E}"/>
              </a:ext>
            </a:extLst>
          </p:cNvPr>
          <p:cNvCxnSpPr>
            <a:cxnSpLocks/>
          </p:cNvCxnSpPr>
          <p:nvPr/>
        </p:nvCxnSpPr>
        <p:spPr>
          <a:xfrm flipH="1">
            <a:off x="14950027" y="7992796"/>
            <a:ext cx="797749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E605FBC-9115-C23B-CD39-74AD5F13BFFE}"/>
              </a:ext>
            </a:extLst>
          </p:cNvPr>
          <p:cNvSpPr/>
          <p:nvPr/>
        </p:nvSpPr>
        <p:spPr>
          <a:xfrm>
            <a:off x="5479158" y="5160892"/>
            <a:ext cx="236641" cy="2366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sz="3189"/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1A32D55-6390-BF4A-842F-DC0C21AB470E}"/>
              </a:ext>
            </a:extLst>
          </p:cNvPr>
          <p:cNvCxnSpPr>
            <a:cxnSpLocks/>
            <a:endCxn id="10" idx="0"/>
          </p:cNvCxnSpPr>
          <p:nvPr/>
        </p:nvCxnSpPr>
        <p:spPr>
          <a:xfrm rot="10800000" flipV="1">
            <a:off x="5597481" y="4273943"/>
            <a:ext cx="1829420" cy="886948"/>
          </a:xfrm>
          <a:prstGeom prst="bent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184881E-8D02-5F20-3270-742F28AF7C78}"/>
              </a:ext>
            </a:extLst>
          </p:cNvPr>
          <p:cNvSpPr txBox="1"/>
          <p:nvPr/>
        </p:nvSpPr>
        <p:spPr>
          <a:xfrm>
            <a:off x="7426900" y="4001289"/>
            <a:ext cx="6098066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Pressure outlets used in the test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1DC185-6E0D-899C-C3F3-4E54368231F0}"/>
              </a:ext>
            </a:extLst>
          </p:cNvPr>
          <p:cNvSpPr txBox="1"/>
          <p:nvPr/>
        </p:nvSpPr>
        <p:spPr>
          <a:xfrm>
            <a:off x="15747776" y="7701522"/>
            <a:ext cx="5122454" cy="47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80" dirty="0"/>
              <a:t>Applied pressures</a:t>
            </a:r>
            <a:endParaRPr lang="en-DK" sz="2480" dirty="0"/>
          </a:p>
        </p:txBody>
      </p:sp>
    </p:spTree>
    <p:extLst>
      <p:ext uri="{BB962C8B-B14F-4D97-AF65-F5344CB8AC3E}">
        <p14:creationId xmlns:p14="http://schemas.microsoft.com/office/powerpoint/2010/main" val="465417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2E835F-9788-4A9E-1CB6-286FC6F20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23" y="4081121"/>
            <a:ext cx="8929594" cy="53771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D2F7AB-EDED-9987-110A-93FF9F0EE147}"/>
              </a:ext>
            </a:extLst>
          </p:cNvPr>
          <p:cNvSpPr txBox="1"/>
          <p:nvPr/>
        </p:nvSpPr>
        <p:spPr>
          <a:xfrm>
            <a:off x="2108723" y="3303097"/>
            <a:ext cx="466794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A</a:t>
            </a:r>
            <a:endParaRPr lang="en-DK" sz="3543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0A835D-47CB-F121-68C0-87BA17B569C8}"/>
              </a:ext>
            </a:extLst>
          </p:cNvPr>
          <p:cNvSpPr txBox="1"/>
          <p:nvPr/>
        </p:nvSpPr>
        <p:spPr>
          <a:xfrm>
            <a:off x="11038317" y="3303097"/>
            <a:ext cx="465192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B</a:t>
            </a:r>
            <a:endParaRPr lang="en-DK" sz="3543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9D3844-A449-D85C-73B9-627211D70990}"/>
              </a:ext>
            </a:extLst>
          </p:cNvPr>
          <p:cNvSpPr txBox="1"/>
          <p:nvPr/>
        </p:nvSpPr>
        <p:spPr>
          <a:xfrm>
            <a:off x="2717077" y="9464497"/>
            <a:ext cx="8083479" cy="528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35" dirty="0">
                <a:latin typeface="Courier New" panose="02070309020205020404" pitchFamily="49" charset="0"/>
                <a:cs typeface="Courier New" panose="02070309020205020404" pitchFamily="49" charset="0"/>
              </a:rPr>
              <a:t>stop-mode="stop-on-maximal-rating"</a:t>
            </a:r>
            <a:endParaRPr lang="en-DK" sz="283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F5B11-9E93-3D8A-846A-829E2895889A}"/>
              </a:ext>
            </a:extLst>
          </p:cNvPr>
          <p:cNvSpPr txBox="1"/>
          <p:nvPr/>
        </p:nvSpPr>
        <p:spPr>
          <a:xfrm>
            <a:off x="11646671" y="9464497"/>
            <a:ext cx="8321240" cy="528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35" dirty="0">
                <a:latin typeface="Courier New" panose="02070309020205020404" pitchFamily="49" charset="0"/>
                <a:cs typeface="Courier New" panose="02070309020205020404" pitchFamily="49" charset="0"/>
              </a:rPr>
              <a:t>stop-mode="stop-when-button-pressed"</a:t>
            </a:r>
            <a:endParaRPr lang="en-DK" sz="283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0825D57-0C6A-B345-7828-E6E19D1CE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8317" y="4056650"/>
            <a:ext cx="8929594" cy="535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3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567D92-1D7A-4407-7B60-AEBD6C9E3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23" y="1732774"/>
            <a:ext cx="8929594" cy="53771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AFEC52-3815-9C68-F89C-CAF6C6F30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8317" y="1721807"/>
            <a:ext cx="8929594" cy="53880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4AC4C8-78E4-C069-9A70-9801603FA761}"/>
              </a:ext>
            </a:extLst>
          </p:cNvPr>
          <p:cNvSpPr txBox="1"/>
          <p:nvPr/>
        </p:nvSpPr>
        <p:spPr>
          <a:xfrm>
            <a:off x="2108723" y="954750"/>
            <a:ext cx="466794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A</a:t>
            </a:r>
            <a:endParaRPr lang="en-DK" sz="3543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40474-ACFE-8967-E740-AFD0293118CB}"/>
              </a:ext>
            </a:extLst>
          </p:cNvPr>
          <p:cNvSpPr txBox="1"/>
          <p:nvPr/>
        </p:nvSpPr>
        <p:spPr>
          <a:xfrm>
            <a:off x="11038317" y="954750"/>
            <a:ext cx="465192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B</a:t>
            </a:r>
            <a:endParaRPr lang="en-DK" sz="3543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F877E-EF5A-FE7C-A282-712D5E2E673B}"/>
              </a:ext>
            </a:extLst>
          </p:cNvPr>
          <p:cNvSpPr txBox="1"/>
          <p:nvPr/>
        </p:nvSpPr>
        <p:spPr>
          <a:xfrm>
            <a:off x="2108723" y="6794442"/>
            <a:ext cx="505267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43" b="1" dirty="0"/>
              <a:t>C</a:t>
            </a:r>
            <a:endParaRPr lang="en-DK" sz="3543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3CEE2-94C8-5556-D4DF-BEC8AF6A6FEA}"/>
              </a:ext>
            </a:extLst>
          </p:cNvPr>
          <p:cNvSpPr txBox="1"/>
          <p:nvPr/>
        </p:nvSpPr>
        <p:spPr>
          <a:xfrm>
            <a:off x="11038317" y="6794442"/>
            <a:ext cx="505267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43" b="1" dirty="0"/>
              <a:t>D</a:t>
            </a:r>
            <a:endParaRPr lang="en-DK" sz="3543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0E51CC-877F-CE41-2BDE-FB81A4BD0172}"/>
              </a:ext>
            </a:extLst>
          </p:cNvPr>
          <p:cNvSpPr txBox="1"/>
          <p:nvPr/>
        </p:nvSpPr>
        <p:spPr>
          <a:xfrm>
            <a:off x="2717077" y="12955842"/>
            <a:ext cx="8083479" cy="528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K" sz="2835" dirty="0">
                <a:latin typeface="Courier New" panose="02070309020205020404" pitchFamily="49" charset="0"/>
                <a:cs typeface="Courier New" panose="02070309020205020404" pitchFamily="49" charset="0"/>
              </a:rPr>
              <a:t>second-cuff="false"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DB2525-614A-E830-030E-C22EA67AEFF2}"/>
              </a:ext>
            </a:extLst>
          </p:cNvPr>
          <p:cNvSpPr txBox="1"/>
          <p:nvPr/>
        </p:nvSpPr>
        <p:spPr>
          <a:xfrm>
            <a:off x="11646671" y="12955842"/>
            <a:ext cx="8321240" cy="528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DK" sz="2835" dirty="0">
                <a:latin typeface="Courier New" panose="02070309020205020404" pitchFamily="49" charset="0"/>
                <a:cs typeface="Courier New" panose="02070309020205020404" pitchFamily="49" charset="0"/>
              </a:rPr>
              <a:t>second-cuff=“</a:t>
            </a:r>
            <a:r>
              <a:rPr lang="en-GB" sz="2835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DK" sz="2835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8CE9036-5963-7EAA-B42D-BC11D1F6F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8723" y="7503334"/>
            <a:ext cx="8929594" cy="54047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24CACD-5100-48E3-A0FD-64500311B7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8317" y="7491987"/>
            <a:ext cx="8929594" cy="538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20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41E8A-702A-C812-BBEA-B0FE61E86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32358C-FBC6-BAF8-8092-1C8DCD637B70}"/>
              </a:ext>
            </a:extLst>
          </p:cNvPr>
          <p:cNvSpPr txBox="1"/>
          <p:nvPr/>
        </p:nvSpPr>
        <p:spPr>
          <a:xfrm>
            <a:off x="2108723" y="3303097"/>
            <a:ext cx="466794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A</a:t>
            </a:r>
            <a:endParaRPr lang="en-DK" sz="3543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AD2A63-A019-9CE3-AB08-AE5EB0C62E5E}"/>
              </a:ext>
            </a:extLst>
          </p:cNvPr>
          <p:cNvSpPr txBox="1"/>
          <p:nvPr/>
        </p:nvSpPr>
        <p:spPr>
          <a:xfrm>
            <a:off x="11038317" y="3303097"/>
            <a:ext cx="465192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B</a:t>
            </a:r>
            <a:endParaRPr lang="en-DK" sz="3543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292EC-BA8A-1248-EF67-3446775989E1}"/>
              </a:ext>
            </a:extLst>
          </p:cNvPr>
          <p:cNvSpPr txBox="1"/>
          <p:nvPr/>
        </p:nvSpPr>
        <p:spPr>
          <a:xfrm>
            <a:off x="2717077" y="9464497"/>
            <a:ext cx="8083479" cy="528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35" dirty="0">
                <a:latin typeface="Courier New" panose="02070309020205020404" pitchFamily="49" charset="0"/>
                <a:cs typeface="Courier New" panose="02070309020205020404" pitchFamily="49" charset="0"/>
              </a:rPr>
              <a:t>stop-mode="stop-on-maximal-rating"</a:t>
            </a:r>
            <a:endParaRPr lang="en-DK" sz="283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1AA1E-6883-E41C-B5E1-5BF14A75740A}"/>
              </a:ext>
            </a:extLst>
          </p:cNvPr>
          <p:cNvSpPr txBox="1"/>
          <p:nvPr/>
        </p:nvSpPr>
        <p:spPr>
          <a:xfrm>
            <a:off x="11646671" y="9464497"/>
            <a:ext cx="8321240" cy="528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35" dirty="0">
                <a:latin typeface="Courier New" panose="02070309020205020404" pitchFamily="49" charset="0"/>
                <a:cs typeface="Courier New" panose="02070309020205020404" pitchFamily="49" charset="0"/>
              </a:rPr>
              <a:t>stop-mode="stop-when-button-pressed"</a:t>
            </a:r>
            <a:endParaRPr lang="en-DK" sz="283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D1277F-E94A-28F1-0FF5-AC329DE5B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8723" y="3956203"/>
            <a:ext cx="8929594" cy="53825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301C8C-A304-8116-D67C-E3B697A0A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556" y="3972727"/>
            <a:ext cx="8929594" cy="535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552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30987-5A4F-445C-ACD0-8775B232E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C1BDAED-D9F9-3128-0F13-3A3710EFD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860" y="7408104"/>
            <a:ext cx="7653938" cy="45853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6CACFF6-234A-EF12-7766-360E5C012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611" y="1728160"/>
            <a:ext cx="7653938" cy="45899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A0C57A-8285-E5EF-734C-D3C030073F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6766" y="1772896"/>
            <a:ext cx="7653938" cy="454526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E83CE4-1EF1-B5C1-B522-DB81A65CEE73}"/>
              </a:ext>
            </a:extLst>
          </p:cNvPr>
          <p:cNvSpPr txBox="1"/>
          <p:nvPr/>
        </p:nvSpPr>
        <p:spPr>
          <a:xfrm>
            <a:off x="1870962" y="1124794"/>
            <a:ext cx="466794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A</a:t>
            </a:r>
            <a:endParaRPr lang="en-DK" sz="3543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FE02A-D710-ACAC-1979-67B0F73C5CAD}"/>
              </a:ext>
            </a:extLst>
          </p:cNvPr>
          <p:cNvSpPr txBox="1"/>
          <p:nvPr/>
        </p:nvSpPr>
        <p:spPr>
          <a:xfrm>
            <a:off x="9751176" y="1124794"/>
            <a:ext cx="465192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B</a:t>
            </a:r>
            <a:endParaRPr lang="en-DK" sz="3543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B9EAB-BECB-D196-40B4-23523E3B4324}"/>
              </a:ext>
            </a:extLst>
          </p:cNvPr>
          <p:cNvSpPr txBox="1"/>
          <p:nvPr/>
        </p:nvSpPr>
        <p:spPr>
          <a:xfrm>
            <a:off x="2175139" y="6318156"/>
            <a:ext cx="8083479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80" dirty="0">
                <a:latin typeface="Courier New" panose="02070309020205020404" pitchFamily="49" charset="0"/>
                <a:cs typeface="Courier New" panose="02070309020205020404" pitchFamily="49" charset="0"/>
              </a:rPr>
              <a:t>measurement=“PDT"</a:t>
            </a:r>
            <a:endParaRPr lang="en-DK" sz="248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8DAF5-2821-F7D6-BAA1-16FE8005D22C}"/>
              </a:ext>
            </a:extLst>
          </p:cNvPr>
          <p:cNvSpPr txBox="1"/>
          <p:nvPr/>
        </p:nvSpPr>
        <p:spPr>
          <a:xfrm>
            <a:off x="9513415" y="6318156"/>
            <a:ext cx="8321240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80" dirty="0">
                <a:latin typeface="Courier New" panose="02070309020205020404" pitchFamily="49" charset="0"/>
                <a:cs typeface="Courier New" panose="02070309020205020404" pitchFamily="49" charset="0"/>
              </a:rPr>
              <a:t>measurement=“PTT"</a:t>
            </a:r>
            <a:endParaRPr lang="en-DK" sz="248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98AE10-FD12-4755-2284-37002B92377E}"/>
              </a:ext>
            </a:extLst>
          </p:cNvPr>
          <p:cNvSpPr txBox="1"/>
          <p:nvPr/>
        </p:nvSpPr>
        <p:spPr>
          <a:xfrm>
            <a:off x="1870963" y="6789119"/>
            <a:ext cx="505267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C</a:t>
            </a:r>
            <a:endParaRPr lang="en-DK" sz="3543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C1CA08-FA50-4EC5-BB58-B2FBE02FFD01}"/>
              </a:ext>
            </a:extLst>
          </p:cNvPr>
          <p:cNvSpPr txBox="1"/>
          <p:nvPr/>
        </p:nvSpPr>
        <p:spPr>
          <a:xfrm>
            <a:off x="2175139" y="11960656"/>
            <a:ext cx="8083479" cy="47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80" dirty="0">
                <a:latin typeface="Courier New" panose="02070309020205020404" pitchFamily="49" charset="0"/>
                <a:cs typeface="Courier New" panose="02070309020205020404" pitchFamily="49" charset="0"/>
              </a:rPr>
              <a:t>measurement="BOTH"</a:t>
            </a:r>
            <a:endParaRPr lang="en-DK" sz="248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22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95BBF-3A2E-AAAD-B35F-E7DB8CC6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498AA88-A732-B481-B639-C4A6332621C6}"/>
              </a:ext>
            </a:extLst>
          </p:cNvPr>
          <p:cNvSpPr txBox="1"/>
          <p:nvPr/>
        </p:nvSpPr>
        <p:spPr>
          <a:xfrm>
            <a:off x="2108723" y="7189297"/>
            <a:ext cx="505267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43" b="1" dirty="0"/>
              <a:t>C</a:t>
            </a:r>
            <a:endParaRPr lang="en-DK" sz="3543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6BA5C-02B5-D7ED-6829-E0ECF040144E}"/>
              </a:ext>
            </a:extLst>
          </p:cNvPr>
          <p:cNvSpPr txBox="1"/>
          <p:nvPr/>
        </p:nvSpPr>
        <p:spPr>
          <a:xfrm>
            <a:off x="11038317" y="7189297"/>
            <a:ext cx="505267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543" b="1" dirty="0"/>
              <a:t>D</a:t>
            </a:r>
            <a:endParaRPr lang="en-DK" sz="3543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C8CF11-AAF0-2AAB-D57E-8B266E016715}"/>
              </a:ext>
            </a:extLst>
          </p:cNvPr>
          <p:cNvSpPr txBox="1"/>
          <p:nvPr/>
        </p:nvSpPr>
        <p:spPr>
          <a:xfrm>
            <a:off x="2717077" y="13350697"/>
            <a:ext cx="8083479" cy="528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35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conditioning-time="0"</a:t>
            </a:r>
            <a:endParaRPr lang="en-DK" sz="283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F2DE6A-6845-AA6A-E397-22E1B2646235}"/>
              </a:ext>
            </a:extLst>
          </p:cNvPr>
          <p:cNvSpPr txBox="1"/>
          <p:nvPr/>
        </p:nvSpPr>
        <p:spPr>
          <a:xfrm>
            <a:off x="11646671" y="13350697"/>
            <a:ext cx="8321240" cy="528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35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conditioning-time="30"</a:t>
            </a:r>
            <a:endParaRPr lang="en-DK" sz="283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4B8445-130E-1905-2273-AB9078F22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317" y="7861369"/>
            <a:ext cx="8929594" cy="53494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012E38-2495-21AE-17DD-1BB208508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5669" y="7861370"/>
            <a:ext cx="8929594" cy="53083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B61B95-81C1-C5CB-2179-851C49B0E187}"/>
              </a:ext>
            </a:extLst>
          </p:cNvPr>
          <p:cNvSpPr txBox="1"/>
          <p:nvPr/>
        </p:nvSpPr>
        <p:spPr>
          <a:xfrm>
            <a:off x="2108723" y="871621"/>
            <a:ext cx="466794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A</a:t>
            </a:r>
            <a:endParaRPr lang="en-DK" sz="3543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7030B-42EF-9DC1-CD27-5A20AB02E0FB}"/>
              </a:ext>
            </a:extLst>
          </p:cNvPr>
          <p:cNvSpPr txBox="1"/>
          <p:nvPr/>
        </p:nvSpPr>
        <p:spPr>
          <a:xfrm>
            <a:off x="11038317" y="871621"/>
            <a:ext cx="465192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B</a:t>
            </a:r>
            <a:endParaRPr lang="en-DK" sz="3543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34434A-D1E7-E22E-CB04-B22F11CE17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8723" y="1527545"/>
            <a:ext cx="8929594" cy="54185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D3696A5-C8FE-95A2-B3A6-7A3793670D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38317" y="1527546"/>
            <a:ext cx="8929594" cy="538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448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3C425-888E-886C-8702-9EF41C24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FBC297-07B8-E259-3D99-65826BD07397}"/>
              </a:ext>
            </a:extLst>
          </p:cNvPr>
          <p:cNvSpPr txBox="1"/>
          <p:nvPr/>
        </p:nvSpPr>
        <p:spPr>
          <a:xfrm>
            <a:off x="1870962" y="1124794"/>
            <a:ext cx="466794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A</a:t>
            </a:r>
            <a:endParaRPr lang="en-DK" sz="3543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45F0D-B877-1194-B331-39558D2629E0}"/>
              </a:ext>
            </a:extLst>
          </p:cNvPr>
          <p:cNvSpPr txBox="1"/>
          <p:nvPr/>
        </p:nvSpPr>
        <p:spPr>
          <a:xfrm>
            <a:off x="10100968" y="1124794"/>
            <a:ext cx="465192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B</a:t>
            </a:r>
            <a:endParaRPr lang="en-DK" sz="3543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6C390-8E6B-29EC-2644-9CDDC29CF81B}"/>
              </a:ext>
            </a:extLst>
          </p:cNvPr>
          <p:cNvSpPr txBox="1"/>
          <p:nvPr/>
        </p:nvSpPr>
        <p:spPr>
          <a:xfrm>
            <a:off x="2175139" y="6318156"/>
            <a:ext cx="8083479" cy="85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80" dirty="0">
                <a:latin typeface="Courier New" panose="02070309020205020404" pitchFamily="49" charset="0"/>
                <a:cs typeface="Courier New" panose="02070309020205020404" pitchFamily="49" charset="0"/>
              </a:rPr>
              <a:t>delta-conditional-pressure="10“</a:t>
            </a:r>
          </a:p>
          <a:p>
            <a:pPr algn="ctr"/>
            <a:r>
              <a:rPr lang="en-GB" sz="248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conditioning-time="0"</a:t>
            </a:r>
            <a:endParaRPr lang="en-DK" sz="248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44852-A411-5FFE-EB0C-452B3DDC5239}"/>
              </a:ext>
            </a:extLst>
          </p:cNvPr>
          <p:cNvSpPr txBox="1"/>
          <p:nvPr/>
        </p:nvSpPr>
        <p:spPr>
          <a:xfrm>
            <a:off x="9863208" y="6318156"/>
            <a:ext cx="8321240" cy="85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80" dirty="0">
                <a:latin typeface="Courier New" panose="02070309020205020404" pitchFamily="49" charset="0"/>
                <a:cs typeface="Courier New" panose="02070309020205020404" pitchFamily="49" charset="0"/>
              </a:rPr>
              <a:t>delta-conditional-pressure="10“</a:t>
            </a:r>
          </a:p>
          <a:p>
            <a:pPr algn="ctr"/>
            <a:r>
              <a:rPr lang="en-GB" sz="248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conditioning-time="30"</a:t>
            </a:r>
            <a:endParaRPr lang="en-DK" sz="248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DC7E39-8E73-54E3-188D-789DB8AB33F2}"/>
              </a:ext>
            </a:extLst>
          </p:cNvPr>
          <p:cNvSpPr txBox="1"/>
          <p:nvPr/>
        </p:nvSpPr>
        <p:spPr>
          <a:xfrm>
            <a:off x="1870963" y="6789119"/>
            <a:ext cx="505267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C</a:t>
            </a:r>
            <a:endParaRPr lang="en-DK" sz="3543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742922-EDD3-4273-98A4-7FB1FD5782ED}"/>
              </a:ext>
            </a:extLst>
          </p:cNvPr>
          <p:cNvSpPr txBox="1"/>
          <p:nvPr/>
        </p:nvSpPr>
        <p:spPr>
          <a:xfrm>
            <a:off x="10100969" y="6789119"/>
            <a:ext cx="505267" cy="63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543" b="1" dirty="0"/>
              <a:t>D</a:t>
            </a:r>
            <a:endParaRPr lang="en-DK" sz="3543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C72CE9-F630-D917-764B-BC15F8330FF7}"/>
              </a:ext>
            </a:extLst>
          </p:cNvPr>
          <p:cNvSpPr txBox="1"/>
          <p:nvPr/>
        </p:nvSpPr>
        <p:spPr>
          <a:xfrm>
            <a:off x="2175139" y="11960656"/>
            <a:ext cx="8083479" cy="85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80" dirty="0">
                <a:latin typeface="Courier New" panose="02070309020205020404" pitchFamily="49" charset="0"/>
                <a:cs typeface="Courier New" panose="02070309020205020404" pitchFamily="49" charset="0"/>
              </a:rPr>
              <a:t>delta-conditional-pressure="0“</a:t>
            </a:r>
          </a:p>
          <a:p>
            <a:pPr algn="ctr"/>
            <a:r>
              <a:rPr lang="en-GB" sz="248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conditioning-time="0"</a:t>
            </a:r>
            <a:endParaRPr lang="en-DK" sz="248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C9F5F5-B0FC-A2AD-638D-50A91912505F}"/>
              </a:ext>
            </a:extLst>
          </p:cNvPr>
          <p:cNvSpPr txBox="1"/>
          <p:nvPr/>
        </p:nvSpPr>
        <p:spPr>
          <a:xfrm>
            <a:off x="9529556" y="11960656"/>
            <a:ext cx="8321240" cy="8556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80" dirty="0">
                <a:latin typeface="Courier New" panose="02070309020205020404" pitchFamily="49" charset="0"/>
                <a:cs typeface="Courier New" panose="02070309020205020404" pitchFamily="49" charset="0"/>
              </a:rPr>
              <a:t>delta-conditional-pressure="0“</a:t>
            </a:r>
          </a:p>
          <a:p>
            <a:pPr algn="ctr"/>
            <a:r>
              <a:rPr lang="en-GB" sz="248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conditioning-time="30"</a:t>
            </a:r>
            <a:endParaRPr lang="en-DK" sz="248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D2654F7-E6E3-8D26-3020-047420F69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962" y="1794423"/>
            <a:ext cx="7653938" cy="46301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489A1A0-CA50-B327-A4B4-0399839613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962" y="7498011"/>
            <a:ext cx="7653938" cy="463264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CBD8EB3-1358-8B4F-D299-042AE3871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0968" y="1794423"/>
            <a:ext cx="7653938" cy="458291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575FE4D-1AD8-D849-2C0E-FFFD43AF90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0968" y="7498012"/>
            <a:ext cx="7653938" cy="459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536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customXml/itemProps2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</TotalTime>
  <Words>255</Words>
  <Application>Microsoft Office PowerPoint</Application>
  <PresentationFormat>Custom</PresentationFormat>
  <Paragraphs>90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51</cp:revision>
  <dcterms:created xsi:type="dcterms:W3CDTF">2024-11-30T15:01:51Z</dcterms:created>
  <dcterms:modified xsi:type="dcterms:W3CDTF">2026-04-19T16:53:04Z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