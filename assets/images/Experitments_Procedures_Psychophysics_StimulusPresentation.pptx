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6"/>
  </p:notesMasterIdLst>
  <p:sldIdLst>
    <p:sldId id="256" r:id="rId5"/>
  </p:sldIdLst>
  <p:sldSz cx="21601113" cy="1440021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8DBBD2-E51C-4F65-B024-D25F532E7882}" v="5" dt="2024-11-30T15:03:06.4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441" autoAdjust="0"/>
  </p:normalViewPr>
  <p:slideViewPr>
    <p:cSldViewPr snapToGrid="0">
      <p:cViewPr>
        <p:scale>
          <a:sx n="66" d="100"/>
          <a:sy n="66" d="100"/>
        </p:scale>
        <p:origin x="330" y="-8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tian Hennings" userId="c750005e-88d6-4112-85a2-8817d1a82a89" providerId="ADAL" clId="{AE8DBBD2-E51C-4F65-B024-D25F532E7882}"/>
    <pc:docChg chg="custSel addSld modSld">
      <pc:chgData name="Kristian Hennings" userId="c750005e-88d6-4112-85a2-8817d1a82a89" providerId="ADAL" clId="{AE8DBBD2-E51C-4F65-B024-D25F532E7882}" dt="2024-11-30T15:03:11.439" v="7" actId="478"/>
      <pc:docMkLst>
        <pc:docMk/>
      </pc:docMkLst>
      <pc:sldChg chg="addSp delSp modSp new mod modClrScheme chgLayout">
        <pc:chgData name="Kristian Hennings" userId="c750005e-88d6-4112-85a2-8817d1a82a89" providerId="ADAL" clId="{AE8DBBD2-E51C-4F65-B024-D25F532E7882}" dt="2024-11-30T15:03:11.439" v="7" actId="478"/>
        <pc:sldMkLst>
          <pc:docMk/>
          <pc:sldMk cId="786876301" sldId="256"/>
        </pc:sldMkLst>
        <pc:spChg chg="del">
          <ac:chgData name="Kristian Hennings" userId="c750005e-88d6-4112-85a2-8817d1a82a89" providerId="ADAL" clId="{AE8DBBD2-E51C-4F65-B024-D25F532E7882}" dt="2024-11-30T15:01:54.798" v="1" actId="700"/>
          <ac:spMkLst>
            <pc:docMk/>
            <pc:sldMk cId="786876301" sldId="256"/>
            <ac:spMk id="2" creationId="{233B9773-ED68-8F58-6FE5-3F61B3109FB8}"/>
          </ac:spMkLst>
        </pc:spChg>
        <pc:spChg chg="del">
          <ac:chgData name="Kristian Hennings" userId="c750005e-88d6-4112-85a2-8817d1a82a89" providerId="ADAL" clId="{AE8DBBD2-E51C-4F65-B024-D25F532E7882}" dt="2024-11-30T15:01:54.798" v="1" actId="700"/>
          <ac:spMkLst>
            <pc:docMk/>
            <pc:sldMk cId="786876301" sldId="256"/>
            <ac:spMk id="3" creationId="{5CA84863-22F8-24CD-7F7A-747DCE2C3CD1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6" creationId="{50B3C1AC-38B5-7C2B-7AB2-CC309C214B33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7" creationId="{31F0E11A-522D-47E9-7635-166DD0A2974A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8" creationId="{6D7CE593-AF9A-7FF0-2A7F-05E9EE1E6766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9" creationId="{683517AC-88EF-D88B-601B-2C14C16C040C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0" creationId="{48B1CA42-3DC2-E001-6EF1-AF0C28591EF9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1" creationId="{16FF281D-A8BD-D5BA-C437-31E2085B32D6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2" creationId="{3E6C226E-4660-CBFF-D7AF-D5CA335D261E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3" creationId="{D91DF96F-0D96-607D-C771-13F9FA8FBF6B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6" creationId="{A1400182-4DB4-9A3A-9A6E-2528C280E06D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7" creationId="{65C8A0F9-5CF2-3DF0-B048-1D4779C72C03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8" creationId="{D5929FD8-EA32-6662-A27B-83AE3B49317B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9" creationId="{7A6E53D8-2974-3777-FF46-B4618FD65878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0" creationId="{5F025A39-B3B7-D9DC-0C20-796AFEC39D71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1" creationId="{4CAED8EB-CF82-344F-8E6F-D62305E839E1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2" creationId="{B6B20E5E-BAA5-FDC4-6BC7-D3BFD3FB139E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3" creationId="{6125D2AD-E8CE-6286-FD7D-D67D947DEB67}"/>
          </ac:spMkLst>
        </pc:spChg>
        <pc:grpChg chg="add del mod">
          <ac:chgData name="Kristian Hennings" userId="c750005e-88d6-4112-85a2-8817d1a82a89" providerId="ADAL" clId="{AE8DBBD2-E51C-4F65-B024-D25F532E7882}" dt="2024-11-30T15:02:55.439" v="4" actId="478"/>
          <ac:grpSpMkLst>
            <pc:docMk/>
            <pc:sldMk cId="786876301" sldId="256"/>
            <ac:grpSpMk id="4" creationId="{00261F2C-ECA6-FF7E-3E02-37E2612876E7}"/>
          </ac:grpSpMkLst>
        </pc:grpChg>
        <pc:grpChg chg="add del mod">
          <ac:chgData name="Kristian Hennings" userId="c750005e-88d6-4112-85a2-8817d1a82a89" providerId="ADAL" clId="{AE8DBBD2-E51C-4F65-B024-D25F532E7882}" dt="2024-11-30T15:03:11.439" v="7" actId="478"/>
          <ac:grpSpMkLst>
            <pc:docMk/>
            <pc:sldMk cId="786876301" sldId="256"/>
            <ac:grpSpMk id="14" creationId="{DB8CB27C-E840-C338-459D-1D6AD9CDBC8C}"/>
          </ac:grpSpMkLst>
        </pc:grpChg>
        <pc:picChg chg="mod">
          <ac:chgData name="Kristian Hennings" userId="c750005e-88d6-4112-85a2-8817d1a82a89" providerId="ADAL" clId="{AE8DBBD2-E51C-4F65-B024-D25F532E7882}" dt="2024-11-30T15:02:52.460" v="2"/>
          <ac:picMkLst>
            <pc:docMk/>
            <pc:sldMk cId="786876301" sldId="256"/>
            <ac:picMk id="5" creationId="{4A2FDB25-387F-61ED-FB5F-DDA9AD1D115C}"/>
          </ac:picMkLst>
        </pc:picChg>
        <pc:picChg chg="mod">
          <ac:chgData name="Kristian Hennings" userId="c750005e-88d6-4112-85a2-8817d1a82a89" providerId="ADAL" clId="{AE8DBBD2-E51C-4F65-B024-D25F532E7882}" dt="2024-11-30T15:03:06.432" v="5"/>
          <ac:picMkLst>
            <pc:docMk/>
            <pc:sldMk cId="786876301" sldId="256"/>
            <ac:picMk id="15" creationId="{99956B02-D2EE-5928-617A-E02A2618E81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466010-90F5-41E6-AAE8-7E580DBF8C7C}" type="datetimeFigureOut">
              <a:rPr lang="en-DK" smtClean="0"/>
              <a:t>28/04/2026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35275" y="857250"/>
            <a:ext cx="347345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0644BD-399A-490A-99CC-829CA96D1157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66657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Joystick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644BD-399A-490A-99CC-829CA96D1157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46915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0084" y="2356703"/>
            <a:ext cx="18360946" cy="5013407"/>
          </a:xfrm>
        </p:spPr>
        <p:txBody>
          <a:bodyPr anchor="b"/>
          <a:lstStyle>
            <a:lvl1pPr algn="ctr">
              <a:defRPr sz="12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00139" y="7563446"/>
            <a:ext cx="16200835" cy="3476717"/>
          </a:xfrm>
        </p:spPr>
        <p:txBody>
          <a:bodyPr/>
          <a:lstStyle>
            <a:lvl1pPr marL="0" indent="0" algn="ctr">
              <a:buNone/>
              <a:defRPr sz="5040"/>
            </a:lvl1pPr>
            <a:lvl2pPr marL="960029" indent="0" algn="ctr">
              <a:buNone/>
              <a:defRPr sz="4200"/>
            </a:lvl2pPr>
            <a:lvl3pPr marL="1920057" indent="0" algn="ctr">
              <a:buNone/>
              <a:defRPr sz="3780"/>
            </a:lvl3pPr>
            <a:lvl4pPr marL="2880086" indent="0" algn="ctr">
              <a:buNone/>
              <a:defRPr sz="3360"/>
            </a:lvl4pPr>
            <a:lvl5pPr marL="3840114" indent="0" algn="ctr">
              <a:buNone/>
              <a:defRPr sz="3360"/>
            </a:lvl5pPr>
            <a:lvl6pPr marL="4800143" indent="0" algn="ctr">
              <a:buNone/>
              <a:defRPr sz="3360"/>
            </a:lvl6pPr>
            <a:lvl7pPr marL="5760171" indent="0" algn="ctr">
              <a:buNone/>
              <a:defRPr sz="3360"/>
            </a:lvl7pPr>
            <a:lvl8pPr marL="6720200" indent="0" algn="ctr">
              <a:buNone/>
              <a:defRPr sz="3360"/>
            </a:lvl8pPr>
            <a:lvl9pPr marL="7680228" indent="0" algn="ctr">
              <a:buNone/>
              <a:defRPr sz="3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28/04/2026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10599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28/04/2026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47266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827" y="3590057"/>
            <a:ext cx="18630960" cy="5990088"/>
          </a:xfrm>
        </p:spPr>
        <p:txBody>
          <a:bodyPr anchor="b"/>
          <a:lstStyle>
            <a:lvl1pPr>
              <a:defRPr sz="12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827" y="9636813"/>
            <a:ext cx="18630960" cy="3150046"/>
          </a:xfrm>
        </p:spPr>
        <p:txBody>
          <a:bodyPr/>
          <a:lstStyle>
            <a:lvl1pPr marL="0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1pPr>
            <a:lvl2pPr marL="960029" indent="0">
              <a:buNone/>
              <a:defRPr sz="4200">
                <a:solidFill>
                  <a:schemeClr val="tx1">
                    <a:tint val="82000"/>
                  </a:schemeClr>
                </a:solidFill>
              </a:defRPr>
            </a:lvl2pPr>
            <a:lvl3pPr marL="1920057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3pPr>
            <a:lvl4pPr marL="2880086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4pPr>
            <a:lvl5pPr marL="3840114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5pPr>
            <a:lvl6pPr marL="4800143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6pPr>
            <a:lvl7pPr marL="5760171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7pPr>
            <a:lvl8pPr marL="672020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8pPr>
            <a:lvl9pPr marL="7680228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28/04/2026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84220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5077" y="3833390"/>
            <a:ext cx="9180473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5563" y="3833390"/>
            <a:ext cx="9180473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28/04/2026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28566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766681"/>
            <a:ext cx="18630960" cy="27833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892" y="3530053"/>
            <a:ext cx="9138282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892" y="5260078"/>
            <a:ext cx="9138282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5564" y="3530053"/>
            <a:ext cx="9183287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5564" y="5260078"/>
            <a:ext cx="9183287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28/04/2026</a:t>
            </a:fld>
            <a:endParaRPr lang="en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596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28/04/2026</a:t>
            </a:fld>
            <a:endParaRPr lang="en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79612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28/04/2026</a:t>
            </a:fld>
            <a:endParaRPr lang="en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38033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960014"/>
            <a:ext cx="6966921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3287" y="2073367"/>
            <a:ext cx="10935563" cy="10233485"/>
          </a:xfrm>
        </p:spPr>
        <p:txBody>
          <a:bodyPr/>
          <a:lstStyle>
            <a:lvl1pPr>
              <a:defRPr sz="6719"/>
            </a:lvl1pPr>
            <a:lvl2pPr>
              <a:defRPr sz="5879"/>
            </a:lvl2pPr>
            <a:lvl3pPr>
              <a:defRPr sz="5040"/>
            </a:lvl3pPr>
            <a:lvl4pPr>
              <a:defRPr sz="4200"/>
            </a:lvl4pPr>
            <a:lvl5pPr>
              <a:defRPr sz="4200"/>
            </a:lvl5pPr>
            <a:lvl6pPr>
              <a:defRPr sz="4200"/>
            </a:lvl6pPr>
            <a:lvl7pPr>
              <a:defRPr sz="4200"/>
            </a:lvl7pPr>
            <a:lvl8pPr>
              <a:defRPr sz="4200"/>
            </a:lvl8pPr>
            <a:lvl9pPr>
              <a:defRPr sz="4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890" y="4320064"/>
            <a:ext cx="6966921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28/04/2026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82524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960014"/>
            <a:ext cx="6966921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3287" y="2073367"/>
            <a:ext cx="10935563" cy="10233485"/>
          </a:xfrm>
        </p:spPr>
        <p:txBody>
          <a:bodyPr anchor="t"/>
          <a:lstStyle>
            <a:lvl1pPr marL="0" indent="0">
              <a:buNone/>
              <a:defRPr sz="6719"/>
            </a:lvl1pPr>
            <a:lvl2pPr marL="960029" indent="0">
              <a:buNone/>
              <a:defRPr sz="5879"/>
            </a:lvl2pPr>
            <a:lvl3pPr marL="1920057" indent="0">
              <a:buNone/>
              <a:defRPr sz="5040"/>
            </a:lvl3pPr>
            <a:lvl4pPr marL="2880086" indent="0">
              <a:buNone/>
              <a:defRPr sz="4200"/>
            </a:lvl4pPr>
            <a:lvl5pPr marL="3840114" indent="0">
              <a:buNone/>
              <a:defRPr sz="4200"/>
            </a:lvl5pPr>
            <a:lvl6pPr marL="4800143" indent="0">
              <a:buNone/>
              <a:defRPr sz="4200"/>
            </a:lvl6pPr>
            <a:lvl7pPr marL="5760171" indent="0">
              <a:buNone/>
              <a:defRPr sz="4200"/>
            </a:lvl7pPr>
            <a:lvl8pPr marL="6720200" indent="0">
              <a:buNone/>
              <a:defRPr sz="4200"/>
            </a:lvl8pPr>
            <a:lvl9pPr marL="7680228" indent="0">
              <a:buNone/>
              <a:defRPr sz="4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890" y="4320064"/>
            <a:ext cx="6966921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28/04/2026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2547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28/04/2026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34579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8298" y="766678"/>
            <a:ext cx="4657740" cy="122035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5078" y="766678"/>
            <a:ext cx="13703206" cy="122035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28/04/2026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24220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5077" y="766681"/>
            <a:ext cx="18630960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5077" y="3833390"/>
            <a:ext cx="18630960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5077" y="13346867"/>
            <a:ext cx="486025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465E3F-0B9F-47C9-9E08-5C827E095B3E}" type="datetimeFigureOut">
              <a:rPr lang="en-DK" smtClean="0"/>
              <a:t>28/04/2026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5369" y="13346867"/>
            <a:ext cx="729037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5786" y="13346867"/>
            <a:ext cx="486025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63029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920057" rtl="0" eaLnBrk="1" latinLnBrk="0" hangingPunct="1">
        <a:lnSpc>
          <a:spcPct val="90000"/>
        </a:lnSpc>
        <a:spcBef>
          <a:spcPct val="0"/>
        </a:spcBef>
        <a:buNone/>
        <a:defRPr sz="92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14" indent="-480014" algn="l" defTabSz="1920057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587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2pPr>
      <a:lvl3pPr marL="2400071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3pPr>
      <a:lvl4pPr marL="3360100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4320129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5280157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6240186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7200214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81602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1pPr>
      <a:lvl2pPr marL="960029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920057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3pPr>
      <a:lvl4pPr marL="2880086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3840114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4800143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5760171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672020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7680228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he image displays a graph with two lines: one showing the responses (Yes/No) and another depicting current (mA) over time (ms), with a stimulus value of 4321012.&#10;&#10;AI-generated content may be incorrect.">
            <a:extLst>
              <a:ext uri="{FF2B5EF4-FFF2-40B4-BE49-F238E27FC236}">
                <a16:creationId xmlns:a16="http://schemas.microsoft.com/office/drawing/2014/main" id="{A945BFF5-7599-794E-C780-13AC99846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1510" y="4209783"/>
            <a:ext cx="5353797" cy="485842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06CC565-E787-DECD-396C-F605E077FE1F}"/>
              </a:ext>
            </a:extLst>
          </p:cNvPr>
          <p:cNvSpPr/>
          <p:nvPr/>
        </p:nvSpPr>
        <p:spPr>
          <a:xfrm>
            <a:off x="5121509" y="6359238"/>
            <a:ext cx="5353797" cy="21654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A6A19D-7A6D-5907-77C9-117C1F27A18B}"/>
              </a:ext>
            </a:extLst>
          </p:cNvPr>
          <p:cNvSpPr/>
          <p:nvPr/>
        </p:nvSpPr>
        <p:spPr>
          <a:xfrm flipV="1">
            <a:off x="5121509" y="4010890"/>
            <a:ext cx="5353797" cy="23483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992C86-570A-07B2-D599-5332A80B853F}"/>
              </a:ext>
            </a:extLst>
          </p:cNvPr>
          <p:cNvSpPr txBox="1"/>
          <p:nvPr/>
        </p:nvSpPr>
        <p:spPr>
          <a:xfrm>
            <a:off x="11299164" y="7149583"/>
            <a:ext cx="31145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Stimulus display</a:t>
            </a:r>
            <a:endParaRPr lang="en-DK" sz="32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6BBA023-8D58-7080-351C-1C2F4AF10521}"/>
              </a:ext>
            </a:extLst>
          </p:cNvPr>
          <p:cNvCxnSpPr>
            <a:cxnSpLocks/>
            <a:stCxn id="4" idx="1"/>
            <a:endCxn id="2" idx="3"/>
          </p:cNvCxnSpPr>
          <p:nvPr/>
        </p:nvCxnSpPr>
        <p:spPr>
          <a:xfrm flipH="1">
            <a:off x="10475306" y="7441971"/>
            <a:ext cx="82385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7026118-FA07-4E73-8C78-91EA87A038AB}"/>
              </a:ext>
            </a:extLst>
          </p:cNvPr>
          <p:cNvSpPr txBox="1"/>
          <p:nvPr/>
        </p:nvSpPr>
        <p:spPr>
          <a:xfrm>
            <a:off x="11299164" y="4892673"/>
            <a:ext cx="21451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Responses</a:t>
            </a:r>
            <a:endParaRPr lang="en-DK" sz="32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430E7C4-83C8-884D-735D-BEE028885075}"/>
              </a:ext>
            </a:extLst>
          </p:cNvPr>
          <p:cNvCxnSpPr>
            <a:cxnSpLocks/>
            <a:stCxn id="9" idx="1"/>
            <a:endCxn id="3" idx="3"/>
          </p:cNvCxnSpPr>
          <p:nvPr/>
        </p:nvCxnSpPr>
        <p:spPr>
          <a:xfrm flipH="1">
            <a:off x="10475306" y="5185061"/>
            <a:ext cx="82385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6C839B36-89E5-060B-FD8C-FAAF208A7841}"/>
              </a:ext>
            </a:extLst>
          </p:cNvPr>
          <p:cNvSpPr/>
          <p:nvPr/>
        </p:nvSpPr>
        <p:spPr>
          <a:xfrm flipV="1">
            <a:off x="5121509" y="8524702"/>
            <a:ext cx="5353797" cy="5435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087A5E-E5CE-B701-3D38-AA946B9D2C48}"/>
              </a:ext>
            </a:extLst>
          </p:cNvPr>
          <p:cNvSpPr txBox="1"/>
          <p:nvPr/>
        </p:nvSpPr>
        <p:spPr>
          <a:xfrm>
            <a:off x="11299164" y="8255400"/>
            <a:ext cx="535379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Stimulation and intensity control</a:t>
            </a:r>
            <a:endParaRPr lang="en-DK" sz="32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A3F6CB0-E8F1-F0EC-C6EA-81A05CFA9E97}"/>
              </a:ext>
            </a:extLst>
          </p:cNvPr>
          <p:cNvCxnSpPr>
            <a:cxnSpLocks/>
            <a:stCxn id="21" idx="1"/>
            <a:endCxn id="20" idx="3"/>
          </p:cNvCxnSpPr>
          <p:nvPr/>
        </p:nvCxnSpPr>
        <p:spPr>
          <a:xfrm flipH="1">
            <a:off x="10475306" y="8794009"/>
            <a:ext cx="823858" cy="244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45F9C200-9230-5DE3-0F98-3D1036C876F2}"/>
              </a:ext>
            </a:extLst>
          </p:cNvPr>
          <p:cNvSpPr/>
          <p:nvPr/>
        </p:nvSpPr>
        <p:spPr>
          <a:xfrm flipV="1">
            <a:off x="5269706" y="8636792"/>
            <a:ext cx="546894" cy="3476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A117ACD-3C13-8A0D-2DBE-CB1FD65A84F5}"/>
              </a:ext>
            </a:extLst>
          </p:cNvPr>
          <p:cNvSpPr/>
          <p:nvPr/>
        </p:nvSpPr>
        <p:spPr>
          <a:xfrm flipV="1">
            <a:off x="6176962" y="8636791"/>
            <a:ext cx="566738" cy="3476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308BF6D-2D9D-DA96-AC0C-68BFB8E584BB}"/>
              </a:ext>
            </a:extLst>
          </p:cNvPr>
          <p:cNvSpPr/>
          <p:nvPr/>
        </p:nvSpPr>
        <p:spPr>
          <a:xfrm flipV="1">
            <a:off x="7436643" y="8636790"/>
            <a:ext cx="566738" cy="3476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570EB4E-2ED5-8C41-E372-13033A426509}"/>
              </a:ext>
            </a:extLst>
          </p:cNvPr>
          <p:cNvSpPr/>
          <p:nvPr/>
        </p:nvSpPr>
        <p:spPr>
          <a:xfrm flipV="1">
            <a:off x="9805380" y="8628976"/>
            <a:ext cx="566738" cy="3476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E46F1F4E-DCA7-63E6-7EE2-2C9D7E6123E6}"/>
              </a:ext>
            </a:extLst>
          </p:cNvPr>
          <p:cNvCxnSpPr>
            <a:cxnSpLocks/>
            <a:stCxn id="38" idx="1"/>
            <a:endCxn id="34" idx="0"/>
          </p:cNvCxnSpPr>
          <p:nvPr/>
        </p:nvCxnSpPr>
        <p:spPr>
          <a:xfrm rot="10800000">
            <a:off x="10088750" y="8976638"/>
            <a:ext cx="519511" cy="648369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CF9A6E3-23E0-FE77-03E6-384A888C1164}"/>
              </a:ext>
            </a:extLst>
          </p:cNvPr>
          <p:cNvSpPr txBox="1"/>
          <p:nvPr/>
        </p:nvSpPr>
        <p:spPr>
          <a:xfrm>
            <a:off x="10608260" y="9332618"/>
            <a:ext cx="31958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Accept the result</a:t>
            </a:r>
            <a:endParaRPr lang="en-DK" sz="3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989D3F-F838-51FB-3A72-2771F1EE4786}"/>
              </a:ext>
            </a:extLst>
          </p:cNvPr>
          <p:cNvSpPr txBox="1"/>
          <p:nvPr/>
        </p:nvSpPr>
        <p:spPr>
          <a:xfrm>
            <a:off x="10608260" y="9884985"/>
            <a:ext cx="33109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Increase intensity</a:t>
            </a:r>
            <a:endParaRPr lang="en-DK" sz="32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8E218A1-B917-C5B0-69CC-8FD3D94AB2A9}"/>
              </a:ext>
            </a:extLst>
          </p:cNvPr>
          <p:cNvSpPr txBox="1"/>
          <p:nvPr/>
        </p:nvSpPr>
        <p:spPr>
          <a:xfrm>
            <a:off x="10608260" y="10437352"/>
            <a:ext cx="34760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Decrease intensity</a:t>
            </a:r>
            <a:endParaRPr lang="en-DK" sz="32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5CDAF75-3C56-D730-003C-7AF957AE3139}"/>
              </a:ext>
            </a:extLst>
          </p:cNvPr>
          <p:cNvSpPr txBox="1"/>
          <p:nvPr/>
        </p:nvSpPr>
        <p:spPr>
          <a:xfrm>
            <a:off x="10608260" y="10989719"/>
            <a:ext cx="18959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Stimulate</a:t>
            </a:r>
            <a:endParaRPr lang="en-DK" sz="3200" dirty="0"/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B1464B40-54E9-269F-CBA2-A92411C829A7}"/>
              </a:ext>
            </a:extLst>
          </p:cNvPr>
          <p:cNvCxnSpPr>
            <a:cxnSpLocks/>
            <a:stCxn id="39" idx="1"/>
            <a:endCxn id="32" idx="0"/>
          </p:cNvCxnSpPr>
          <p:nvPr/>
        </p:nvCxnSpPr>
        <p:spPr>
          <a:xfrm rot="10800000">
            <a:off x="7720012" y="8984451"/>
            <a:ext cx="2888248" cy="1192922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7DF91590-B1B7-6913-F310-BA3CF0D35878}"/>
              </a:ext>
            </a:extLst>
          </p:cNvPr>
          <p:cNvCxnSpPr>
            <a:cxnSpLocks/>
            <a:stCxn id="40" idx="1"/>
            <a:endCxn id="31" idx="0"/>
          </p:cNvCxnSpPr>
          <p:nvPr/>
        </p:nvCxnSpPr>
        <p:spPr>
          <a:xfrm rot="10800000">
            <a:off x="6460332" y="8984452"/>
            <a:ext cx="4147929" cy="1745288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F38F25A5-2AC6-D1F3-833B-7FBD1D56F8D6}"/>
              </a:ext>
            </a:extLst>
          </p:cNvPr>
          <p:cNvCxnSpPr>
            <a:cxnSpLocks/>
            <a:stCxn id="41" idx="1"/>
            <a:endCxn id="30" idx="0"/>
          </p:cNvCxnSpPr>
          <p:nvPr/>
        </p:nvCxnSpPr>
        <p:spPr>
          <a:xfrm rot="10800000">
            <a:off x="5543154" y="8984453"/>
            <a:ext cx="5065107" cy="2297654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6876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dfb7b4b-871d-4c24-9d42-16b14ecd044c" xsi:nil="true"/>
    <lcf76f155ced4ddcb4097134ff3c332f xmlns="51c7d8ad-74c8-4833-8478-0d0a5cafce0c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996248A2D0E04D87B9DBB54D269DA4" ma:contentTypeVersion="18" ma:contentTypeDescription="Create a new document." ma:contentTypeScope="" ma:versionID="f22bde94a6705f7f7e236c14bc19f189">
  <xsd:schema xmlns:xsd="http://www.w3.org/2001/XMLSchema" xmlns:xs="http://www.w3.org/2001/XMLSchema" xmlns:p="http://schemas.microsoft.com/office/2006/metadata/properties" xmlns:ns2="51c7d8ad-74c8-4833-8478-0d0a5cafce0c" xmlns:ns3="6dfb7b4b-871d-4c24-9d42-16b14ecd044c" targetNamespace="http://schemas.microsoft.com/office/2006/metadata/properties" ma:root="true" ma:fieldsID="273248db29f554cba2c15e8dd349c138" ns2:_="" ns3:_="">
    <xsd:import namespace="51c7d8ad-74c8-4833-8478-0d0a5cafce0c"/>
    <xsd:import namespace="6dfb7b4b-871d-4c24-9d42-16b14ecd04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c7d8ad-74c8-4833-8478-0d0a5cafce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0ee60025-c679-4a62-8c04-7497c58c13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fb7b4b-871d-4c24-9d42-16b14ecd044c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8eba7f03-0d99-448d-81e1-4bd1ef8a7665}" ma:internalName="TaxCatchAll" ma:showField="CatchAllData" ma:web="6dfb7b4b-871d-4c24-9d42-16b14ecd04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EF670CE-B0AA-4D52-AFC6-AA4BF7D46EEA}">
  <ds:schemaRefs>
    <ds:schemaRef ds:uri="http://schemas.microsoft.com/office/2006/metadata/properties"/>
    <ds:schemaRef ds:uri="http://schemas.microsoft.com/office/infopath/2007/PartnerControls"/>
    <ds:schemaRef ds:uri="6dfb7b4b-871d-4c24-9d42-16b14ecd044c"/>
    <ds:schemaRef ds:uri="51c7d8ad-74c8-4833-8478-0d0a5cafce0c"/>
  </ds:schemaRefs>
</ds:datastoreItem>
</file>

<file path=customXml/itemProps2.xml><?xml version="1.0" encoding="utf-8"?>
<ds:datastoreItem xmlns:ds="http://schemas.openxmlformats.org/officeDocument/2006/customXml" ds:itemID="{EF875D47-8106-485E-98E0-D60C6A98DA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2A1115-3E72-42E2-A544-7EAA53D370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c7d8ad-74c8-4833-8478-0d0a5cafce0c"/>
    <ds:schemaRef ds:uri="6dfb7b4b-871d-4c24-9d42-16b14ecd044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</TotalTime>
  <Words>17</Words>
  <Application>Microsoft Office PowerPoint</Application>
  <PresentationFormat>Custom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Kristian Hennings</dc:creator>
  <cp:lastModifiedBy>Kristian Hennings</cp:lastModifiedBy>
  <cp:revision>53</cp:revision>
  <dcterms:created xsi:type="dcterms:W3CDTF">2024-11-30T15:01:51Z</dcterms:created>
  <dcterms:modified xsi:type="dcterms:W3CDTF">2026-04-28T07:53:59Z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0x0101005B996248A2D0E04D87B9DBB54D269DA4</vt:lpwstr>
  </property>
</Properties>
</file>