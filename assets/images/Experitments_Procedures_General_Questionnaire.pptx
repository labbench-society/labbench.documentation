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 varScale="1">
        <p:scale>
          <a:sx n="46" d="100"/>
          <a:sy n="4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28/03/2026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B5A62C3-CBAD-F7F0-8AE0-A9ACECF16768}"/>
              </a:ext>
            </a:extLst>
          </p:cNvPr>
          <p:cNvGrpSpPr/>
          <p:nvPr/>
        </p:nvGrpSpPr>
        <p:grpSpPr>
          <a:xfrm>
            <a:off x="1966873" y="3736059"/>
            <a:ext cx="7877099" cy="5391902"/>
            <a:chOff x="1966873" y="3736059"/>
            <a:chExt cx="7877099" cy="5391902"/>
          </a:xfrm>
        </p:grpSpPr>
        <p:pic>
          <p:nvPicPr>
            <p:cNvPr id="3" name="Picture 2" descr="The image depicts a user interface element, specifically a map question tool with a selection percentage of 66%, allowing operators to mark single areas.&#10;&#10;AI-generated content may be incorrect.">
              <a:extLst>
                <a:ext uri="{FF2B5EF4-FFF2-40B4-BE49-F238E27FC236}">
                  <a16:creationId xmlns:a16="http://schemas.microsoft.com/office/drawing/2014/main" id="{FDA7B554-4A5B-8B04-62EB-AC4EA541E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6873" y="3736059"/>
              <a:ext cx="7849695" cy="5391902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974074-AF32-A1C8-23BD-52BE98549315}"/>
                </a:ext>
              </a:extLst>
            </p:cNvPr>
            <p:cNvSpPr/>
            <p:nvPr/>
          </p:nvSpPr>
          <p:spPr>
            <a:xfrm>
              <a:off x="7754112" y="8906256"/>
              <a:ext cx="1005840" cy="166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AF64C18-8F67-3A60-21AD-C514D0109F43}"/>
                </a:ext>
              </a:extLst>
            </p:cNvPr>
            <p:cNvSpPr/>
            <p:nvPr/>
          </p:nvSpPr>
          <p:spPr>
            <a:xfrm>
              <a:off x="8838132" y="8912062"/>
              <a:ext cx="1005840" cy="166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pic>
        <p:nvPicPr>
          <p:cNvPr id="5" name="Picture 4" descr="Map Question (Single selection) (66%)&#10;&#10;AI-generated content may be incorrect.">
            <a:extLst>
              <a:ext uri="{FF2B5EF4-FFF2-40B4-BE49-F238E27FC236}">
                <a16:creationId xmlns:a16="http://schemas.microsoft.com/office/drawing/2014/main" id="{F3BEE205-EF96-38A6-72CB-C91AA1D1C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556" y="3767291"/>
            <a:ext cx="8577072" cy="5360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D9F0A-BADE-F9AC-1261-54C83E49273E}"/>
              </a:ext>
            </a:extLst>
          </p:cNvPr>
          <p:cNvSpPr txBox="1"/>
          <p:nvPr/>
        </p:nvSpPr>
        <p:spPr>
          <a:xfrm>
            <a:off x="1708888" y="9127961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B7869-9FD7-415F-E23E-0662CAB3830F}"/>
              </a:ext>
            </a:extLst>
          </p:cNvPr>
          <p:cNvSpPr txBox="1"/>
          <p:nvPr/>
        </p:nvSpPr>
        <p:spPr>
          <a:xfrm>
            <a:off x="10800556" y="2907792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091B1-122B-507B-84CC-41A6FCDDDD74}"/>
              </a:ext>
            </a:extLst>
          </p:cNvPr>
          <p:cNvSpPr txBox="1"/>
          <p:nvPr/>
        </p:nvSpPr>
        <p:spPr>
          <a:xfrm>
            <a:off x="10074553" y="9444916"/>
            <a:ext cx="2638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Next question</a:t>
            </a:r>
            <a:endParaRPr lang="en-DK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BAD116-813A-159A-288E-62691FB3DA70}"/>
              </a:ext>
            </a:extLst>
          </p:cNvPr>
          <p:cNvSpPr txBox="1"/>
          <p:nvPr/>
        </p:nvSpPr>
        <p:spPr>
          <a:xfrm>
            <a:off x="10074553" y="10029691"/>
            <a:ext cx="3342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Previous question</a:t>
            </a:r>
            <a:endParaRPr lang="en-DK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7A704-D09C-3C26-BA6E-C094F0DCE2A7}"/>
              </a:ext>
            </a:extLst>
          </p:cNvPr>
          <p:cNvSpPr/>
          <p:nvPr/>
        </p:nvSpPr>
        <p:spPr>
          <a:xfrm>
            <a:off x="1966873" y="4133088"/>
            <a:ext cx="5988407" cy="384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47EB7-29A1-B2E5-621A-670ABF00C5DD}"/>
              </a:ext>
            </a:extLst>
          </p:cNvPr>
          <p:cNvSpPr/>
          <p:nvPr/>
        </p:nvSpPr>
        <p:spPr>
          <a:xfrm>
            <a:off x="1966873" y="3736059"/>
            <a:ext cx="5988407" cy="384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98DC2-EE99-997B-BA37-2929227EA2C0}"/>
              </a:ext>
            </a:extLst>
          </p:cNvPr>
          <p:cNvSpPr txBox="1"/>
          <p:nvPr/>
        </p:nvSpPr>
        <p:spPr>
          <a:xfrm>
            <a:off x="10074552" y="10639033"/>
            <a:ext cx="2112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Instruction</a:t>
            </a:r>
            <a:endParaRPr lang="en-DK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D8E0B-F3DA-37B3-8557-3AA7479E05AC}"/>
              </a:ext>
            </a:extLst>
          </p:cNvPr>
          <p:cNvSpPr txBox="1"/>
          <p:nvPr/>
        </p:nvSpPr>
        <p:spPr>
          <a:xfrm>
            <a:off x="3904954" y="2660382"/>
            <a:ext cx="2112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Instruction</a:t>
            </a:r>
            <a:endParaRPr lang="en-DK" sz="3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FA6E05-C9D7-56EE-B933-C02F337FE36A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4961077" y="3245157"/>
            <a:ext cx="0" cy="4909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751AD83-9FC7-8C63-1A28-F98D9683DAD5}"/>
              </a:ext>
            </a:extLst>
          </p:cNvPr>
          <p:cNvCxnSpPr>
            <a:cxnSpLocks/>
            <a:stCxn id="15" idx="1"/>
            <a:endCxn id="13" idx="2"/>
          </p:cNvCxnSpPr>
          <p:nvPr/>
        </p:nvCxnSpPr>
        <p:spPr>
          <a:xfrm rot="10800000">
            <a:off x="4961078" y="4517137"/>
            <a:ext cx="5113475" cy="64142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E77DEC0-C921-5D41-92F7-B5AC9EE79682}"/>
              </a:ext>
            </a:extLst>
          </p:cNvPr>
          <p:cNvCxnSpPr>
            <a:cxnSpLocks/>
            <a:stCxn id="10" idx="1"/>
            <a:endCxn id="31" idx="2"/>
          </p:cNvCxnSpPr>
          <p:nvPr/>
        </p:nvCxnSpPr>
        <p:spPr>
          <a:xfrm rot="10800000">
            <a:off x="8257033" y="9073097"/>
            <a:ext cx="1817521" cy="124898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6C45E55-8781-19DC-D394-D6D973AB537B}"/>
              </a:ext>
            </a:extLst>
          </p:cNvPr>
          <p:cNvCxnSpPr>
            <a:cxnSpLocks/>
            <a:stCxn id="9" idx="1"/>
            <a:endCxn id="32" idx="2"/>
          </p:cNvCxnSpPr>
          <p:nvPr/>
        </p:nvCxnSpPr>
        <p:spPr>
          <a:xfrm rot="10800000">
            <a:off x="9341053" y="9078904"/>
            <a:ext cx="733501" cy="65840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red silhouette of a human figure with outlined limbs and torso, suggesting a simple, abstract representation of a person.&#10;&#10;AI-generated content may be incorrect.">
            <a:extLst>
              <a:ext uri="{FF2B5EF4-FFF2-40B4-BE49-F238E27FC236}">
                <a16:creationId xmlns:a16="http://schemas.microsoft.com/office/drawing/2014/main" id="{0C532C5B-39C0-8F4D-FC2D-B15FC77D0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9" r="13936"/>
          <a:stretch>
            <a:fillRect/>
          </a:stretch>
        </p:blipFill>
        <p:spPr>
          <a:xfrm>
            <a:off x="4041647" y="3240243"/>
            <a:ext cx="3401569" cy="7200000"/>
          </a:xfrm>
          <a:prstGeom prst="rect">
            <a:avLst/>
          </a:prstGeom>
        </p:spPr>
      </p:pic>
      <p:pic>
        <p:nvPicPr>
          <p:cNvPr id="7" name="Picture 6" descr="The image depicts a simple, outline drawing of a male figure with basic human body proportions.&#10;&#10;AI-generated content may be incorrect.">
            <a:extLst>
              <a:ext uri="{FF2B5EF4-FFF2-40B4-BE49-F238E27FC236}">
                <a16:creationId xmlns:a16="http://schemas.microsoft.com/office/drawing/2014/main" id="{36E09D71-D692-25CE-8183-F87BDFEDC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0" r="14114"/>
          <a:stretch>
            <a:fillRect/>
          </a:stretch>
        </p:blipFill>
        <p:spPr>
          <a:xfrm>
            <a:off x="9211638" y="3240243"/>
            <a:ext cx="3401569" cy="72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7CA58-40D5-B793-E76E-E170C46D7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1629" y="3619193"/>
            <a:ext cx="3138275" cy="6442101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D42DFAC0-3CAC-2E82-5721-BD8261301FCF}"/>
              </a:ext>
            </a:extLst>
          </p:cNvPr>
          <p:cNvSpPr/>
          <p:nvPr/>
        </p:nvSpPr>
        <p:spPr>
          <a:xfrm>
            <a:off x="7717536" y="6355611"/>
            <a:ext cx="1115568" cy="96926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F2E03BE5-7F9A-8D1A-5453-D82C2D4032F8}"/>
              </a:ext>
            </a:extLst>
          </p:cNvPr>
          <p:cNvSpPr/>
          <p:nvPr/>
        </p:nvSpPr>
        <p:spPr>
          <a:xfrm>
            <a:off x="12912202" y="6417995"/>
            <a:ext cx="1170432" cy="84449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C9CB7-C5E3-31EA-FF37-21B527FDB6D4}"/>
              </a:ext>
            </a:extLst>
          </p:cNvPr>
          <p:cNvSpPr txBox="1"/>
          <p:nvPr/>
        </p:nvSpPr>
        <p:spPr>
          <a:xfrm>
            <a:off x="4678582" y="2742536"/>
            <a:ext cx="2127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Image Map</a:t>
            </a:r>
            <a:endParaRPr lang="en-DK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6D2B1-E229-5EF4-97FF-EEEB3DA82232}"/>
              </a:ext>
            </a:extLst>
          </p:cNvPr>
          <p:cNvSpPr txBox="1"/>
          <p:nvPr/>
        </p:nvSpPr>
        <p:spPr>
          <a:xfrm>
            <a:off x="10145833" y="2742538"/>
            <a:ext cx="1533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Overlay</a:t>
            </a:r>
            <a:endParaRPr lang="en-DK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666100-A1AF-E81E-839E-62CD4467E5BA}"/>
              </a:ext>
            </a:extLst>
          </p:cNvPr>
          <p:cNvSpPr txBox="1"/>
          <p:nvPr/>
        </p:nvSpPr>
        <p:spPr>
          <a:xfrm>
            <a:off x="13549724" y="2742537"/>
            <a:ext cx="4802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Map with selectable areas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user interface with a question prompt asking for a yes or no answer, followed by options to continue or skip further questions.&#10;&#10;AI-generated content may be incorrect.">
            <a:extLst>
              <a:ext uri="{FF2B5EF4-FFF2-40B4-BE49-F238E27FC236}">
                <a16:creationId xmlns:a16="http://schemas.microsoft.com/office/drawing/2014/main" id="{5ABC709A-2640-5D60-D30C-2997A7801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6005"/>
            <a:ext cx="6239746" cy="4486901"/>
          </a:xfrm>
          <a:prstGeom prst="rect">
            <a:avLst/>
          </a:prstGeom>
        </p:spPr>
      </p:pic>
      <p:pic>
        <p:nvPicPr>
          <p:cNvPr id="5" name="Picture 4" descr="no&#10;&#10;AI-generated content may be incorrect.">
            <a:extLst>
              <a:ext uri="{FF2B5EF4-FFF2-40B4-BE49-F238E27FC236}">
                <a16:creationId xmlns:a16="http://schemas.microsoft.com/office/drawing/2014/main" id="{B1118644-9CA1-D848-6E48-835EF0F78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7306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C49F4-B373-B265-DBEC-AE062627C5E7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971D5-2474-DF30-4FCD-8055CFF713A9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317760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text input field on a webpage with a prompt to answer a question, a percentage (16%), and a space for entering the answer, which is followed by a numeric input (23/256).&#10;&#10;AI-generated content may be incorrect.">
            <a:extLst>
              <a:ext uri="{FF2B5EF4-FFF2-40B4-BE49-F238E27FC236}">
                <a16:creationId xmlns:a16="http://schemas.microsoft.com/office/drawing/2014/main" id="{8668E415-BB48-E918-CA23-B49CE3C4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8608"/>
            <a:ext cx="6136227" cy="4485600"/>
          </a:xfrm>
          <a:prstGeom prst="rect">
            <a:avLst/>
          </a:prstGeom>
        </p:spPr>
      </p:pic>
      <p:pic>
        <p:nvPicPr>
          <p:cNvPr id="5" name="Picture 4" descr="16%&#10;&#10;AI-generated content may be incorrect.">
            <a:extLst>
              <a:ext uri="{FF2B5EF4-FFF2-40B4-BE49-F238E27FC236}">
                <a16:creationId xmlns:a16="http://schemas.microsoft.com/office/drawing/2014/main" id="{56BE893F-35BB-380D-A846-B3554E684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8608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C76001-B094-D4EC-CA2B-F468BC24C422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51BB0-F3A7-7616-2775-E0EF2D7DAFF8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350284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fill-in-the-blank style quiz question asking for a numeric answer, specifically number 42.&#10;&#10;AI-generated content may be incorrect.">
            <a:extLst>
              <a:ext uri="{FF2B5EF4-FFF2-40B4-BE49-F238E27FC236}">
                <a16:creationId xmlns:a16="http://schemas.microsoft.com/office/drawing/2014/main" id="{086A2697-FCA9-B1B3-6C16-CF03940D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6005"/>
            <a:ext cx="6279840" cy="4485600"/>
          </a:xfrm>
          <a:prstGeom prst="rect">
            <a:avLst/>
          </a:prstGeom>
        </p:spPr>
      </p:pic>
      <p:pic>
        <p:nvPicPr>
          <p:cNvPr id="5" name="Picture 4" descr="42.&#10;&#10;AI-generated content may be incorrect.">
            <a:extLst>
              <a:ext uri="{FF2B5EF4-FFF2-40B4-BE49-F238E27FC236}">
                <a16:creationId xmlns:a16="http://schemas.microsoft.com/office/drawing/2014/main" id="{CD59B736-C129-6230-4D2E-98D0B7501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6005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AB72C9-B3B7-C62D-5CB9-3649F503BC9F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CB6E8-994D-3E6C-FC7D-4467E7F45EDC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99651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ikert scale question with five possible answers (C1 to C5) for a survey or assessment.&#10;&#10;AI-generated content may be incorrect.">
            <a:extLst>
              <a:ext uri="{FF2B5EF4-FFF2-40B4-BE49-F238E27FC236}">
                <a16:creationId xmlns:a16="http://schemas.microsoft.com/office/drawing/2014/main" id="{3AE8B0AF-90AF-7EF5-6A06-F38B33FE9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6005"/>
            <a:ext cx="6154878" cy="4485600"/>
          </a:xfrm>
          <a:prstGeom prst="rect">
            <a:avLst/>
          </a:prstGeom>
        </p:spPr>
      </p:pic>
      <p:pic>
        <p:nvPicPr>
          <p:cNvPr id="7" name="Picture 6" descr="The image shows a Likert scale question with five response options (C1 to C5) displayed on a black background.&#10;&#10;AI-generated content may be incorrect.">
            <a:extLst>
              <a:ext uri="{FF2B5EF4-FFF2-40B4-BE49-F238E27FC236}">
                <a16:creationId xmlns:a16="http://schemas.microsoft.com/office/drawing/2014/main" id="{8BCFF6DF-1D03-621D-9756-71E2D74E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6005"/>
            <a:ext cx="7176960" cy="448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D798B8-E567-99C5-3096-E611B70F6450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D96B5-4AE7-61F0-CFC4-DC96C0AAB2EB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63304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Dimensional Likert Question interface with five categories (Pain, Itch, and Back) and four response options (C1 to C4) for each category.&#10;&#10;AI-generated content may be incorrect.">
            <a:extLst>
              <a:ext uri="{FF2B5EF4-FFF2-40B4-BE49-F238E27FC236}">
                <a16:creationId xmlns:a16="http://schemas.microsoft.com/office/drawing/2014/main" id="{E642447B-E842-4D52-9916-D26E5F7DF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6005"/>
            <a:ext cx="6136227" cy="4485600"/>
          </a:xfrm>
          <a:prstGeom prst="rect">
            <a:avLst/>
          </a:prstGeom>
        </p:spPr>
      </p:pic>
      <p:pic>
        <p:nvPicPr>
          <p:cNvPr id="5" name="Picture 4" descr="The image displays a Likert scale with five options (C1 to C5) for responding to questions about pain and itch.&#10;&#10;AI-generated content may be incorrect.">
            <a:extLst>
              <a:ext uri="{FF2B5EF4-FFF2-40B4-BE49-F238E27FC236}">
                <a16:creationId xmlns:a16="http://schemas.microsoft.com/office/drawing/2014/main" id="{B154079F-952B-7F52-78E5-97266E6F7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6005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12D59-D371-9E77-388D-B0CD557A6EBD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6A4BF-C2A2-4AB1-D51B-8236693B913D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165797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webpage with a percentage input field and a dropdown menu for selecting answer options.&#10;&#10;AI-generated content may be incorrect.">
            <a:extLst>
              <a:ext uri="{FF2B5EF4-FFF2-40B4-BE49-F238E27FC236}">
                <a16:creationId xmlns:a16="http://schemas.microsoft.com/office/drawing/2014/main" id="{DEDF16C2-EF88-A0DE-21DD-E6F8CA49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5114308"/>
            <a:ext cx="6117576" cy="4485600"/>
          </a:xfrm>
          <a:prstGeom prst="rect">
            <a:avLst/>
          </a:prstGeom>
        </p:spPr>
      </p:pic>
      <p:pic>
        <p:nvPicPr>
          <p:cNvPr id="5" name="Picture 4" descr="The image depicts a user interface with a question prompt and four selectable answer options, labeled as Option 1, Option 2, Option 3, and Option 4, indicating a multiple-choice question where the user must choose one of the four provided answers.&#10;&#10;AI-generated content may be incorrect.">
            <a:extLst>
              <a:ext uri="{FF2B5EF4-FFF2-40B4-BE49-F238E27FC236}">
                <a16:creationId xmlns:a16="http://schemas.microsoft.com/office/drawing/2014/main" id="{F7EF1528-7AB4-F96E-BAA0-CA9D82649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5114308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8CA1B2-2345-A7A9-2964-9DE546CA2D71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8DEA7-A5B6-CD7A-87CB-69F4EC4BEE94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203791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form requesting a time input, with the current time shown as 17:05 on March 25, 2026.&#10;&#10;AI-generated content may be incorrect.">
            <a:extLst>
              <a:ext uri="{FF2B5EF4-FFF2-40B4-BE49-F238E27FC236}">
                <a16:creationId xmlns:a16="http://schemas.microsoft.com/office/drawing/2014/main" id="{3B862C22-5AE6-E330-D2CD-E0B53600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568" y="4958608"/>
            <a:ext cx="6260752" cy="4485600"/>
          </a:xfrm>
          <a:prstGeom prst="rect">
            <a:avLst/>
          </a:prstGeom>
        </p:spPr>
      </p:pic>
      <p:pic>
        <p:nvPicPr>
          <p:cNvPr id="5" name="Picture 4" descr="25/03/2026 17:05:45&#10;&#10;AI-generated content may be incorrect.">
            <a:extLst>
              <a:ext uri="{FF2B5EF4-FFF2-40B4-BE49-F238E27FC236}">
                <a16:creationId xmlns:a16="http://schemas.microsoft.com/office/drawing/2014/main" id="{E5472799-D512-CD38-A3DD-3ED61BF0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8608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919670-65DF-E011-0D87-0E6A9A7BE36E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975FA-6A75-23BE-C223-DAEB6E164318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46297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computer interface with a user interface element for a map question, allowing operators to select and mark multiple areas.&#10;&#10;AI-generated content may be incorrect.">
            <a:extLst>
              <a:ext uri="{FF2B5EF4-FFF2-40B4-BE49-F238E27FC236}">
                <a16:creationId xmlns:a16="http://schemas.microsoft.com/office/drawing/2014/main" id="{3BE9186B-B819-2672-5B1C-701148CF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68205"/>
            <a:ext cx="6224721" cy="4485600"/>
          </a:xfrm>
          <a:prstGeom prst="rect">
            <a:avLst/>
          </a:prstGeom>
        </p:spPr>
      </p:pic>
      <p:pic>
        <p:nvPicPr>
          <p:cNvPr id="5" name="Picture 4" descr="The image depicts a diagram with a figure outlined, indicating a map question where operators can select multiple areas, accounting for 75% of the content.&#10;&#10;AI-generated content may be incorrect.">
            <a:extLst>
              <a:ext uri="{FF2B5EF4-FFF2-40B4-BE49-F238E27FC236}">
                <a16:creationId xmlns:a16="http://schemas.microsoft.com/office/drawing/2014/main" id="{F3E7042D-401D-270B-A50A-A1B745BD6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6005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1B9B2E-FDF7-DDB0-91D8-FE49016BDA08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73EAF-B30B-8D4B-7832-81FEEAC83AA7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42730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3B5C3-1F96-E5FC-2BE2-4E09B4887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8608"/>
            <a:ext cx="6108250" cy="448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9BF876-609E-900A-74A9-9366FCAE9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8608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0BC002-256D-7AD4-DD3B-B7292F0E0F9D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66FD1-A6EB-2C17-9759-2A8ACBEB96E6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122735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Visual Analog Rating Question interface, with a slider ranging from 'No Sensation' to 'Maximal Sensation,' and includes buttons for 'Back' and 'Next'.&#10;&#10;AI-generated content may be incorrect.">
            <a:extLst>
              <a:ext uri="{FF2B5EF4-FFF2-40B4-BE49-F238E27FC236}">
                <a16:creationId xmlns:a16="http://schemas.microsoft.com/office/drawing/2014/main" id="{6DF75D7A-670D-431D-59AB-CB954E02C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4958608"/>
            <a:ext cx="6117576" cy="4485600"/>
          </a:xfrm>
          <a:prstGeom prst="rect">
            <a:avLst/>
          </a:prstGeom>
        </p:spPr>
      </p:pic>
      <p:pic>
        <p:nvPicPr>
          <p:cNvPr id="5" name="Picture 4" descr="No Sensation&#10;&#10;AI-generated content may be incorrect.">
            <a:extLst>
              <a:ext uri="{FF2B5EF4-FFF2-40B4-BE49-F238E27FC236}">
                <a16:creationId xmlns:a16="http://schemas.microsoft.com/office/drawing/2014/main" id="{03FB08DC-B3CC-F83A-CE53-6FC45E6D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56" y="4956005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4EAD3-D37A-0E36-BF3F-CC177E281293}"/>
              </a:ext>
            </a:extLst>
          </p:cNvPr>
          <p:cNvSpPr txBox="1"/>
          <p:nvPr/>
        </p:nvSpPr>
        <p:spPr>
          <a:xfrm>
            <a:off x="3898392" y="437123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48D1E-43DE-9698-D00E-0D5742A7B7DD}"/>
              </a:ext>
            </a:extLst>
          </p:cNvPr>
          <p:cNvSpPr txBox="1"/>
          <p:nvPr/>
        </p:nvSpPr>
        <p:spPr>
          <a:xfrm>
            <a:off x="10800556" y="4371230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262572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D1A91-3F3D-79E0-0BD9-A75B20A5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92" y="5178220"/>
            <a:ext cx="7945388" cy="448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55C616-0B17-F4E6-908A-E383CA7B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917" y="5178220"/>
            <a:ext cx="7176960" cy="448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27014E-DC6E-92B0-4E3D-C9FD9B020855}"/>
              </a:ext>
            </a:extLst>
          </p:cNvPr>
          <p:cNvSpPr txBox="1"/>
          <p:nvPr/>
        </p:nvSpPr>
        <p:spPr>
          <a:xfrm>
            <a:off x="3898392" y="4579050"/>
            <a:ext cx="309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Procedure Panel</a:t>
            </a:r>
            <a:endParaRPr lang="en-D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EE31F-79DC-73AD-8B26-36454E71C176}"/>
              </a:ext>
            </a:extLst>
          </p:cNvPr>
          <p:cNvSpPr txBox="1"/>
          <p:nvPr/>
        </p:nvSpPr>
        <p:spPr>
          <a:xfrm>
            <a:off x="12265917" y="4579049"/>
            <a:ext cx="3436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Participant Screen</a:t>
            </a:r>
            <a:endParaRPr lang="en-DK" sz="3200" dirty="0"/>
          </a:p>
        </p:txBody>
      </p:sp>
    </p:spTree>
    <p:extLst>
      <p:ext uri="{BB962C8B-B14F-4D97-AF65-F5344CB8AC3E}">
        <p14:creationId xmlns:p14="http://schemas.microsoft.com/office/powerpoint/2010/main" val="339976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68</Words>
  <Application>Microsoft Office PowerPoint</Application>
  <PresentationFormat>Custom</PresentationFormat>
  <Paragraphs>35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39</cp:revision>
  <dcterms:created xsi:type="dcterms:W3CDTF">2024-11-30T15:01:51Z</dcterms:created>
  <dcterms:modified xsi:type="dcterms:W3CDTF">2026-03-28T13:56:08Z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