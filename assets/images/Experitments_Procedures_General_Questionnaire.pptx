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4"/>
  </p:sldMasterIdLst>
  <p:notesMasterIdLst>
    <p:notesMasterId r:id="rId7"/>
  </p:notesMasterIdLst>
  <p:sldIdLst>
    <p:sldId id="256" r:id="rId5"/>
    <p:sldId id="257" r:id="rId6"/>
  </p:sldIdLst>
  <p:sldSz cx="21601113" cy="14400213"/>
  <p:notesSz cx="9144000" cy="6858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E8DBBD2-E51C-4F65-B024-D25F532E7882}" v="5" dt="2024-11-30T15:03:06.43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033" autoAdjust="0"/>
  </p:normalViewPr>
  <p:slideViewPr>
    <p:cSldViewPr snapToGrid="0">
      <p:cViewPr varScale="1">
        <p:scale>
          <a:sx n="53" d="100"/>
          <a:sy n="53" d="100"/>
        </p:scale>
        <p:origin x="125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tableStyles" Target="tableStyles.xml"/><Relationship Id="rId5" Type="http://schemas.openxmlformats.org/officeDocument/2006/relationships/slide" Target="slides/slide1.xml"/><Relationship Id="rId10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ristian Hennings" userId="c750005e-88d6-4112-85a2-8817d1a82a89" providerId="ADAL" clId="{AE8DBBD2-E51C-4F65-B024-D25F532E7882}"/>
    <pc:docChg chg="custSel addSld modSld">
      <pc:chgData name="Kristian Hennings" userId="c750005e-88d6-4112-85a2-8817d1a82a89" providerId="ADAL" clId="{AE8DBBD2-E51C-4F65-B024-D25F532E7882}" dt="2024-11-30T15:03:11.439" v="7" actId="478"/>
      <pc:docMkLst>
        <pc:docMk/>
      </pc:docMkLst>
      <pc:sldChg chg="addSp delSp modSp new mod modClrScheme chgLayout">
        <pc:chgData name="Kristian Hennings" userId="c750005e-88d6-4112-85a2-8817d1a82a89" providerId="ADAL" clId="{AE8DBBD2-E51C-4F65-B024-D25F532E7882}" dt="2024-11-30T15:03:11.439" v="7" actId="478"/>
        <pc:sldMkLst>
          <pc:docMk/>
          <pc:sldMk cId="786876301" sldId="256"/>
        </pc:sldMkLst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2" creationId="{233B9773-ED68-8F58-6FE5-3F61B3109FB8}"/>
          </ac:spMkLst>
        </pc:spChg>
        <pc:spChg chg="del">
          <ac:chgData name="Kristian Hennings" userId="c750005e-88d6-4112-85a2-8817d1a82a89" providerId="ADAL" clId="{AE8DBBD2-E51C-4F65-B024-D25F532E7882}" dt="2024-11-30T15:01:54.798" v="1" actId="700"/>
          <ac:spMkLst>
            <pc:docMk/>
            <pc:sldMk cId="786876301" sldId="256"/>
            <ac:spMk id="3" creationId="{5CA84863-22F8-24CD-7F7A-747DCE2C3CD1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6" creationId="{50B3C1AC-38B5-7C2B-7AB2-CC309C214B33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7" creationId="{31F0E11A-522D-47E9-7635-166DD0A2974A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8" creationId="{6D7CE593-AF9A-7FF0-2A7F-05E9EE1E676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9" creationId="{683517AC-88EF-D88B-601B-2C14C16C040C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0" creationId="{48B1CA42-3DC2-E001-6EF1-AF0C28591EF9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1" creationId="{16FF281D-A8BD-D5BA-C437-31E2085B32D6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2" creationId="{3E6C226E-4660-CBFF-D7AF-D5CA335D261E}"/>
          </ac:spMkLst>
        </pc:spChg>
        <pc:spChg chg="mod">
          <ac:chgData name="Kristian Hennings" userId="c750005e-88d6-4112-85a2-8817d1a82a89" providerId="ADAL" clId="{AE8DBBD2-E51C-4F65-B024-D25F532E7882}" dt="2024-11-30T15:02:52.460" v="2"/>
          <ac:spMkLst>
            <pc:docMk/>
            <pc:sldMk cId="786876301" sldId="256"/>
            <ac:spMk id="13" creationId="{D91DF96F-0D96-607D-C771-13F9FA8FBF6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6" creationId="{A1400182-4DB4-9A3A-9A6E-2528C280E06D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7" creationId="{65C8A0F9-5CF2-3DF0-B048-1D4779C72C03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8" creationId="{D5929FD8-EA32-6662-A27B-83AE3B49317B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19" creationId="{7A6E53D8-2974-3777-FF46-B4618FD65878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0" creationId="{5F025A39-B3B7-D9DC-0C20-796AFEC39D7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1" creationId="{4CAED8EB-CF82-344F-8E6F-D62305E839E1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2" creationId="{B6B20E5E-BAA5-FDC4-6BC7-D3BFD3FB139E}"/>
          </ac:spMkLst>
        </pc:spChg>
        <pc:spChg chg="mod">
          <ac:chgData name="Kristian Hennings" userId="c750005e-88d6-4112-85a2-8817d1a82a89" providerId="ADAL" clId="{AE8DBBD2-E51C-4F65-B024-D25F532E7882}" dt="2024-11-30T15:03:06.432" v="5"/>
          <ac:spMkLst>
            <pc:docMk/>
            <pc:sldMk cId="786876301" sldId="256"/>
            <ac:spMk id="23" creationId="{6125D2AD-E8CE-6286-FD7D-D67D947DEB67}"/>
          </ac:spMkLst>
        </pc:spChg>
        <pc:grpChg chg="add del mod">
          <ac:chgData name="Kristian Hennings" userId="c750005e-88d6-4112-85a2-8817d1a82a89" providerId="ADAL" clId="{AE8DBBD2-E51C-4F65-B024-D25F532E7882}" dt="2024-11-30T15:02:55.439" v="4" actId="478"/>
          <ac:grpSpMkLst>
            <pc:docMk/>
            <pc:sldMk cId="786876301" sldId="256"/>
            <ac:grpSpMk id="4" creationId="{00261F2C-ECA6-FF7E-3E02-37E2612876E7}"/>
          </ac:grpSpMkLst>
        </pc:grpChg>
        <pc:grpChg chg="add del mod">
          <ac:chgData name="Kristian Hennings" userId="c750005e-88d6-4112-85a2-8817d1a82a89" providerId="ADAL" clId="{AE8DBBD2-E51C-4F65-B024-D25F532E7882}" dt="2024-11-30T15:03:11.439" v="7" actId="478"/>
          <ac:grpSpMkLst>
            <pc:docMk/>
            <pc:sldMk cId="786876301" sldId="256"/>
            <ac:grpSpMk id="14" creationId="{DB8CB27C-E840-C338-459D-1D6AD9CDBC8C}"/>
          </ac:grpSpMkLst>
        </pc:grpChg>
        <pc:picChg chg="mod">
          <ac:chgData name="Kristian Hennings" userId="c750005e-88d6-4112-85a2-8817d1a82a89" providerId="ADAL" clId="{AE8DBBD2-E51C-4F65-B024-D25F532E7882}" dt="2024-11-30T15:02:52.460" v="2"/>
          <ac:picMkLst>
            <pc:docMk/>
            <pc:sldMk cId="786876301" sldId="256"/>
            <ac:picMk id="5" creationId="{4A2FDB25-387F-61ED-FB5F-DDA9AD1D115C}"/>
          </ac:picMkLst>
        </pc:picChg>
        <pc:picChg chg="mod">
          <ac:chgData name="Kristian Hennings" userId="c750005e-88d6-4112-85a2-8817d1a82a89" providerId="ADAL" clId="{AE8DBBD2-E51C-4F65-B024-D25F532E7882}" dt="2024-11-30T15:03:06.432" v="5"/>
          <ac:picMkLst>
            <pc:docMk/>
            <pc:sldMk cId="786876301" sldId="256"/>
            <ac:picMk id="15" creationId="{99956B02-D2EE-5928-617A-E02A2618E81E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466010-90F5-41E6-AAE8-7E580DBF8C7C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35275" y="857250"/>
            <a:ext cx="347345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K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3"/>
            <a:ext cx="73152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0644BD-399A-490A-99CC-829CA96D1157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766657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Joystick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1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646915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LabBench I/O</a:t>
            </a:r>
            <a:endParaRPr lang="en-DK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0644BD-399A-490A-99CC-829CA96D1157}" type="slidenum">
              <a:rPr lang="en-DK" smtClean="0"/>
              <a:t>2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9399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84" y="2356703"/>
            <a:ext cx="18360946" cy="5013407"/>
          </a:xfrm>
        </p:spPr>
        <p:txBody>
          <a:bodyPr anchor="b"/>
          <a:lstStyle>
            <a:lvl1pPr algn="ctr"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00139" y="7563446"/>
            <a:ext cx="16200835" cy="3476717"/>
          </a:xfrm>
        </p:spPr>
        <p:txBody>
          <a:bodyPr/>
          <a:lstStyle>
            <a:lvl1pPr marL="0" indent="0" algn="ctr">
              <a:buNone/>
              <a:defRPr sz="5040"/>
            </a:lvl1pPr>
            <a:lvl2pPr marL="960029" indent="0" algn="ctr">
              <a:buNone/>
              <a:defRPr sz="4200"/>
            </a:lvl2pPr>
            <a:lvl3pPr marL="1920057" indent="0" algn="ctr">
              <a:buNone/>
              <a:defRPr sz="3780"/>
            </a:lvl3pPr>
            <a:lvl4pPr marL="2880086" indent="0" algn="ctr">
              <a:buNone/>
              <a:defRPr sz="3360"/>
            </a:lvl4pPr>
            <a:lvl5pPr marL="3840114" indent="0" algn="ctr">
              <a:buNone/>
              <a:defRPr sz="3360"/>
            </a:lvl5pPr>
            <a:lvl6pPr marL="4800143" indent="0" algn="ctr">
              <a:buNone/>
              <a:defRPr sz="3360"/>
            </a:lvl6pPr>
            <a:lvl7pPr marL="5760171" indent="0" algn="ctr">
              <a:buNone/>
              <a:defRPr sz="3360"/>
            </a:lvl7pPr>
            <a:lvl8pPr marL="6720200" indent="0" algn="ctr">
              <a:buNone/>
              <a:defRPr sz="3360"/>
            </a:lvl8pPr>
            <a:lvl9pPr marL="7680228" indent="0" algn="ctr">
              <a:buNone/>
              <a:defRPr sz="3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910599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447266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827" y="3590057"/>
            <a:ext cx="18630960" cy="5990088"/>
          </a:xfrm>
        </p:spPr>
        <p:txBody>
          <a:bodyPr anchor="b"/>
          <a:lstStyle>
            <a:lvl1pPr>
              <a:defRPr sz="1259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827" y="9636813"/>
            <a:ext cx="18630960" cy="3150046"/>
          </a:xfrm>
        </p:spPr>
        <p:txBody>
          <a:bodyPr/>
          <a:lstStyle>
            <a:lvl1pPr marL="0" indent="0">
              <a:buNone/>
              <a:defRPr sz="5040">
                <a:solidFill>
                  <a:schemeClr val="tx1">
                    <a:tint val="82000"/>
                  </a:schemeClr>
                </a:solidFill>
              </a:defRPr>
            </a:lvl1pPr>
            <a:lvl2pPr marL="960029" indent="0">
              <a:buNone/>
              <a:defRPr sz="4200">
                <a:solidFill>
                  <a:schemeClr val="tx1">
                    <a:tint val="82000"/>
                  </a:schemeClr>
                </a:solidFill>
              </a:defRPr>
            </a:lvl2pPr>
            <a:lvl3pPr marL="1920057" indent="0">
              <a:buNone/>
              <a:defRPr sz="3780">
                <a:solidFill>
                  <a:schemeClr val="tx1">
                    <a:tint val="82000"/>
                  </a:schemeClr>
                </a:solidFill>
              </a:defRPr>
            </a:lvl3pPr>
            <a:lvl4pPr marL="2880086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4pPr>
            <a:lvl5pPr marL="3840114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5pPr>
            <a:lvl6pPr marL="4800143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6pPr>
            <a:lvl7pPr marL="5760171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7pPr>
            <a:lvl8pPr marL="6720200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8pPr>
            <a:lvl9pPr marL="7680228" indent="0">
              <a:buNone/>
              <a:defRPr sz="3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842205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5077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5563" y="3833390"/>
            <a:ext cx="9180473" cy="913680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402856624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766681"/>
            <a:ext cx="18630960" cy="278337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892" y="3530053"/>
            <a:ext cx="9138282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892" y="5260078"/>
            <a:ext cx="9138282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5564" y="3530053"/>
            <a:ext cx="9183287" cy="1730025"/>
          </a:xfrm>
        </p:spPr>
        <p:txBody>
          <a:bodyPr anchor="b"/>
          <a:lstStyle>
            <a:lvl1pPr marL="0" indent="0">
              <a:buNone/>
              <a:defRPr sz="5040" b="1"/>
            </a:lvl1pPr>
            <a:lvl2pPr marL="960029" indent="0">
              <a:buNone/>
              <a:defRPr sz="4200" b="1"/>
            </a:lvl2pPr>
            <a:lvl3pPr marL="1920057" indent="0">
              <a:buNone/>
              <a:defRPr sz="3780" b="1"/>
            </a:lvl3pPr>
            <a:lvl4pPr marL="2880086" indent="0">
              <a:buNone/>
              <a:defRPr sz="3360" b="1"/>
            </a:lvl4pPr>
            <a:lvl5pPr marL="3840114" indent="0">
              <a:buNone/>
              <a:defRPr sz="3360" b="1"/>
            </a:lvl5pPr>
            <a:lvl6pPr marL="4800143" indent="0">
              <a:buNone/>
              <a:defRPr sz="3360" b="1"/>
            </a:lvl6pPr>
            <a:lvl7pPr marL="5760171" indent="0">
              <a:buNone/>
              <a:defRPr sz="3360" b="1"/>
            </a:lvl7pPr>
            <a:lvl8pPr marL="6720200" indent="0">
              <a:buNone/>
              <a:defRPr sz="3360" b="1"/>
            </a:lvl8pPr>
            <a:lvl9pPr marL="7680228" indent="0">
              <a:buNone/>
              <a:defRPr sz="3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5564" y="5260078"/>
            <a:ext cx="9183287" cy="77367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8596007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796129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4380336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3287" y="2073367"/>
            <a:ext cx="10935563" cy="10233485"/>
          </a:xfrm>
        </p:spPr>
        <p:txBody>
          <a:bodyPr/>
          <a:lstStyle>
            <a:lvl1pPr>
              <a:defRPr sz="6719"/>
            </a:lvl1pPr>
            <a:lvl2pPr>
              <a:defRPr sz="5879"/>
            </a:lvl2pPr>
            <a:lvl3pPr>
              <a:defRPr sz="5040"/>
            </a:lvl3pPr>
            <a:lvl4pPr>
              <a:defRPr sz="4200"/>
            </a:lvl4pPr>
            <a:lvl5pPr>
              <a:defRPr sz="4200"/>
            </a:lvl5pPr>
            <a:lvl6pPr>
              <a:defRPr sz="4200"/>
            </a:lvl6pPr>
            <a:lvl7pPr>
              <a:defRPr sz="4200"/>
            </a:lvl7pPr>
            <a:lvl8pPr>
              <a:defRPr sz="4200"/>
            </a:lvl8pPr>
            <a:lvl9pPr>
              <a:defRPr sz="4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982524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890" y="960014"/>
            <a:ext cx="6966921" cy="3360050"/>
          </a:xfrm>
        </p:spPr>
        <p:txBody>
          <a:bodyPr anchor="b"/>
          <a:lstStyle>
            <a:lvl1pPr>
              <a:defRPr sz="671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3287" y="2073367"/>
            <a:ext cx="10935563" cy="10233485"/>
          </a:xfrm>
        </p:spPr>
        <p:txBody>
          <a:bodyPr anchor="t"/>
          <a:lstStyle>
            <a:lvl1pPr marL="0" indent="0">
              <a:buNone/>
              <a:defRPr sz="6719"/>
            </a:lvl1pPr>
            <a:lvl2pPr marL="960029" indent="0">
              <a:buNone/>
              <a:defRPr sz="5879"/>
            </a:lvl2pPr>
            <a:lvl3pPr marL="1920057" indent="0">
              <a:buNone/>
              <a:defRPr sz="5040"/>
            </a:lvl3pPr>
            <a:lvl4pPr marL="2880086" indent="0">
              <a:buNone/>
              <a:defRPr sz="4200"/>
            </a:lvl4pPr>
            <a:lvl5pPr marL="3840114" indent="0">
              <a:buNone/>
              <a:defRPr sz="4200"/>
            </a:lvl5pPr>
            <a:lvl6pPr marL="4800143" indent="0">
              <a:buNone/>
              <a:defRPr sz="4200"/>
            </a:lvl6pPr>
            <a:lvl7pPr marL="5760171" indent="0">
              <a:buNone/>
              <a:defRPr sz="4200"/>
            </a:lvl7pPr>
            <a:lvl8pPr marL="6720200" indent="0">
              <a:buNone/>
              <a:defRPr sz="4200"/>
            </a:lvl8pPr>
            <a:lvl9pPr marL="7680228" indent="0">
              <a:buNone/>
              <a:defRPr sz="42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890" y="4320064"/>
            <a:ext cx="6966921" cy="8003453"/>
          </a:xfrm>
        </p:spPr>
        <p:txBody>
          <a:bodyPr/>
          <a:lstStyle>
            <a:lvl1pPr marL="0" indent="0">
              <a:buNone/>
              <a:defRPr sz="3360"/>
            </a:lvl1pPr>
            <a:lvl2pPr marL="960029" indent="0">
              <a:buNone/>
              <a:defRPr sz="2940"/>
            </a:lvl2pPr>
            <a:lvl3pPr marL="1920057" indent="0">
              <a:buNone/>
              <a:defRPr sz="2520"/>
            </a:lvl3pPr>
            <a:lvl4pPr marL="2880086" indent="0">
              <a:buNone/>
              <a:defRPr sz="2100"/>
            </a:lvl4pPr>
            <a:lvl5pPr marL="3840114" indent="0">
              <a:buNone/>
              <a:defRPr sz="2100"/>
            </a:lvl5pPr>
            <a:lvl6pPr marL="4800143" indent="0">
              <a:buNone/>
              <a:defRPr sz="2100"/>
            </a:lvl6pPr>
            <a:lvl7pPr marL="5760171" indent="0">
              <a:buNone/>
              <a:defRPr sz="2100"/>
            </a:lvl7pPr>
            <a:lvl8pPr marL="6720200" indent="0">
              <a:buNone/>
              <a:defRPr sz="2100"/>
            </a:lvl8pPr>
            <a:lvl9pPr marL="7680228" indent="0">
              <a:buNone/>
              <a:defRPr sz="21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525472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17345792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8298" y="766678"/>
            <a:ext cx="4657740" cy="1220351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5078" y="766678"/>
            <a:ext cx="13703206" cy="1220351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3124220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5077" y="766681"/>
            <a:ext cx="18630960" cy="278337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077" y="3833390"/>
            <a:ext cx="18630960" cy="91368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5077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1465E3F-0B9F-47C9-9E08-5C827E095B3E}" type="datetimeFigureOut">
              <a:rPr lang="en-DK" smtClean="0"/>
              <a:t>26/03/2026</a:t>
            </a:fld>
            <a:endParaRPr lang="en-DK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5369" y="13346867"/>
            <a:ext cx="7290376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K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5786" y="13346867"/>
            <a:ext cx="4860250" cy="76667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5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0E01953-AB1B-46CE-9FDF-94D2B1990282}" type="slidenum">
              <a:rPr lang="en-DK" smtClean="0"/>
              <a:t>‹#›</a:t>
            </a:fld>
            <a:endParaRPr lang="en-DK"/>
          </a:p>
        </p:txBody>
      </p:sp>
    </p:spTree>
    <p:extLst>
      <p:ext uri="{BB962C8B-B14F-4D97-AF65-F5344CB8AC3E}">
        <p14:creationId xmlns:p14="http://schemas.microsoft.com/office/powerpoint/2010/main" val="22630290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920057" rtl="0" eaLnBrk="1" latinLnBrk="0" hangingPunct="1">
        <a:lnSpc>
          <a:spcPct val="90000"/>
        </a:lnSpc>
        <a:spcBef>
          <a:spcPct val="0"/>
        </a:spcBef>
        <a:buNone/>
        <a:defRPr sz="923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80014" indent="-480014" algn="l" defTabSz="1920057" rtl="0" eaLnBrk="1" latinLnBrk="0" hangingPunct="1">
        <a:lnSpc>
          <a:spcPct val="90000"/>
        </a:lnSpc>
        <a:spcBef>
          <a:spcPts val="2100"/>
        </a:spcBef>
        <a:buFont typeface="Arial" panose="020B0604020202020204" pitchFamily="34" charset="0"/>
        <a:buChar char="•"/>
        <a:defRPr sz="5879" kern="1200">
          <a:solidFill>
            <a:schemeClr val="tx1"/>
          </a:solidFill>
          <a:latin typeface="+mn-lt"/>
          <a:ea typeface="+mn-ea"/>
          <a:cs typeface="+mn-cs"/>
        </a:defRPr>
      </a:lvl1pPr>
      <a:lvl2pPr marL="14400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5040" kern="1200">
          <a:solidFill>
            <a:schemeClr val="tx1"/>
          </a:solidFill>
          <a:latin typeface="+mn-lt"/>
          <a:ea typeface="+mn-ea"/>
          <a:cs typeface="+mn-cs"/>
        </a:defRPr>
      </a:lvl2pPr>
      <a:lvl3pPr marL="2400071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4200" kern="1200">
          <a:solidFill>
            <a:schemeClr val="tx1"/>
          </a:solidFill>
          <a:latin typeface="+mn-lt"/>
          <a:ea typeface="+mn-ea"/>
          <a:cs typeface="+mn-cs"/>
        </a:defRPr>
      </a:lvl3pPr>
      <a:lvl4pPr marL="3360100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4320129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5280157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6240186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7200214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8160243" indent="-480014" algn="l" defTabSz="1920057" rtl="0" eaLnBrk="1" latinLnBrk="0" hangingPunct="1">
        <a:lnSpc>
          <a:spcPct val="90000"/>
        </a:lnSpc>
        <a:spcBef>
          <a:spcPts val="1050"/>
        </a:spcBef>
        <a:buFont typeface="Arial" panose="020B0604020202020204" pitchFamily="34" charset="0"/>
        <a:buChar char="•"/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1pPr>
      <a:lvl2pPr marL="960029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2pPr>
      <a:lvl3pPr marL="1920057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3pPr>
      <a:lvl4pPr marL="2880086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4pPr>
      <a:lvl5pPr marL="3840114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5pPr>
      <a:lvl6pPr marL="4800143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6pPr>
      <a:lvl7pPr marL="5760171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7pPr>
      <a:lvl8pPr marL="6720200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8pPr>
      <a:lvl9pPr marL="7680228" algn="l" defTabSz="1920057" rtl="0" eaLnBrk="1" latinLnBrk="0" hangingPunct="1">
        <a:defRPr sz="37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roup 34">
            <a:extLst>
              <a:ext uri="{FF2B5EF4-FFF2-40B4-BE49-F238E27FC236}">
                <a16:creationId xmlns:a16="http://schemas.microsoft.com/office/drawing/2014/main" id="{9B5A62C3-CBAD-F7F0-8AE0-A9ACECF16768}"/>
              </a:ext>
            </a:extLst>
          </p:cNvPr>
          <p:cNvGrpSpPr/>
          <p:nvPr/>
        </p:nvGrpSpPr>
        <p:grpSpPr>
          <a:xfrm>
            <a:off x="1966873" y="3736059"/>
            <a:ext cx="7877099" cy="5391902"/>
            <a:chOff x="1966873" y="3736059"/>
            <a:chExt cx="7877099" cy="5391902"/>
          </a:xfrm>
        </p:grpSpPr>
        <p:pic>
          <p:nvPicPr>
            <p:cNvPr id="3" name="Picture 2" descr="The image depicts a user interface element, specifically a map question tool with a selection percentage of 66%, allowing operators to mark single areas.&#10;&#10;AI-generated content may be incorrect.">
              <a:extLst>
                <a:ext uri="{FF2B5EF4-FFF2-40B4-BE49-F238E27FC236}">
                  <a16:creationId xmlns:a16="http://schemas.microsoft.com/office/drawing/2014/main" id="{FDA7B554-4A5B-8B04-62EB-AC4EA541E3D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66873" y="3736059"/>
              <a:ext cx="7849695" cy="5391902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8974074-AF32-A1C8-23BD-52BE98549315}"/>
                </a:ext>
              </a:extLst>
            </p:cNvPr>
            <p:cNvSpPr/>
            <p:nvPr/>
          </p:nvSpPr>
          <p:spPr>
            <a:xfrm>
              <a:off x="7754112" y="8906256"/>
              <a:ext cx="1005840" cy="16684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AF64C18-8F67-3A60-21AD-C514D0109F43}"/>
                </a:ext>
              </a:extLst>
            </p:cNvPr>
            <p:cNvSpPr/>
            <p:nvPr/>
          </p:nvSpPr>
          <p:spPr>
            <a:xfrm>
              <a:off x="8838132" y="8912062"/>
              <a:ext cx="1005840" cy="16684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K"/>
            </a:p>
          </p:txBody>
        </p:sp>
      </p:grpSp>
      <p:pic>
        <p:nvPicPr>
          <p:cNvPr id="5" name="Picture 4" descr="Map Question (Single selection) (66%)&#10;&#10;AI-generated content may be incorrect.">
            <a:extLst>
              <a:ext uri="{FF2B5EF4-FFF2-40B4-BE49-F238E27FC236}">
                <a16:creationId xmlns:a16="http://schemas.microsoft.com/office/drawing/2014/main" id="{F3BEE205-EF96-38A6-72CB-C91AA1D1CE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0556" y="3767291"/>
            <a:ext cx="8577072" cy="536067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30D9F0A-BADE-F9AC-1261-54C83E49273E}"/>
              </a:ext>
            </a:extLst>
          </p:cNvPr>
          <p:cNvSpPr txBox="1"/>
          <p:nvPr/>
        </p:nvSpPr>
        <p:spPr>
          <a:xfrm>
            <a:off x="1708888" y="9127961"/>
            <a:ext cx="309059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Procedure Panel</a:t>
            </a:r>
            <a:endParaRPr lang="en-DK" sz="32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1EB7869-9FD7-415F-E23E-0662CAB3830F}"/>
              </a:ext>
            </a:extLst>
          </p:cNvPr>
          <p:cNvSpPr txBox="1"/>
          <p:nvPr/>
        </p:nvSpPr>
        <p:spPr>
          <a:xfrm>
            <a:off x="10800556" y="2907792"/>
            <a:ext cx="3436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Participant Screen</a:t>
            </a:r>
            <a:endParaRPr lang="en-DK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4091B1-122B-507B-84CC-41A6FCDDDD74}"/>
              </a:ext>
            </a:extLst>
          </p:cNvPr>
          <p:cNvSpPr txBox="1"/>
          <p:nvPr/>
        </p:nvSpPr>
        <p:spPr>
          <a:xfrm>
            <a:off x="10074553" y="9444916"/>
            <a:ext cx="263822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Next question</a:t>
            </a:r>
            <a:endParaRPr lang="en-DK" sz="3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BAD116-813A-159A-288E-62691FB3DA70}"/>
              </a:ext>
            </a:extLst>
          </p:cNvPr>
          <p:cNvSpPr txBox="1"/>
          <p:nvPr/>
        </p:nvSpPr>
        <p:spPr>
          <a:xfrm>
            <a:off x="10074553" y="10029691"/>
            <a:ext cx="33429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Previous question</a:t>
            </a:r>
            <a:endParaRPr lang="en-DK" sz="32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927A704-D09C-3C26-BA6E-C094F0DCE2A7}"/>
              </a:ext>
            </a:extLst>
          </p:cNvPr>
          <p:cNvSpPr/>
          <p:nvPr/>
        </p:nvSpPr>
        <p:spPr>
          <a:xfrm>
            <a:off x="1966873" y="4133088"/>
            <a:ext cx="5988407" cy="384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147EB7-29A1-B2E5-621A-670ABF00C5DD}"/>
              </a:ext>
            </a:extLst>
          </p:cNvPr>
          <p:cNvSpPr/>
          <p:nvPr/>
        </p:nvSpPr>
        <p:spPr>
          <a:xfrm>
            <a:off x="1966873" y="3736059"/>
            <a:ext cx="5988407" cy="38404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B98DC2-EE99-997B-BA37-2929227EA2C0}"/>
              </a:ext>
            </a:extLst>
          </p:cNvPr>
          <p:cNvSpPr txBox="1"/>
          <p:nvPr/>
        </p:nvSpPr>
        <p:spPr>
          <a:xfrm>
            <a:off x="10074552" y="10639033"/>
            <a:ext cx="2112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Instruction</a:t>
            </a:r>
            <a:endParaRPr lang="en-DK" sz="3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2D8E0B-F3DA-37B3-8557-3AA7479E05AC}"/>
              </a:ext>
            </a:extLst>
          </p:cNvPr>
          <p:cNvSpPr txBox="1"/>
          <p:nvPr/>
        </p:nvSpPr>
        <p:spPr>
          <a:xfrm>
            <a:off x="3904954" y="2660382"/>
            <a:ext cx="21122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Instruction</a:t>
            </a:r>
            <a:endParaRPr lang="en-DK" sz="32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FA6E05-C9D7-56EE-B933-C02F337FE36A}"/>
              </a:ext>
            </a:extLst>
          </p:cNvPr>
          <p:cNvCxnSpPr>
            <a:cxnSpLocks/>
            <a:stCxn id="16" idx="2"/>
            <a:endCxn id="14" idx="0"/>
          </p:cNvCxnSpPr>
          <p:nvPr/>
        </p:nvCxnSpPr>
        <p:spPr>
          <a:xfrm>
            <a:off x="4961077" y="3245157"/>
            <a:ext cx="0" cy="490902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751AD83-9FC7-8C63-1A28-F98D9683DAD5}"/>
              </a:ext>
            </a:extLst>
          </p:cNvPr>
          <p:cNvCxnSpPr>
            <a:cxnSpLocks/>
            <a:stCxn id="15" idx="1"/>
            <a:endCxn id="13" idx="2"/>
          </p:cNvCxnSpPr>
          <p:nvPr/>
        </p:nvCxnSpPr>
        <p:spPr>
          <a:xfrm rot="10800000">
            <a:off x="4961078" y="4517137"/>
            <a:ext cx="5113475" cy="6414285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3E77DEC0-C921-5D41-92F7-B5AC9EE79682}"/>
              </a:ext>
            </a:extLst>
          </p:cNvPr>
          <p:cNvCxnSpPr>
            <a:cxnSpLocks/>
            <a:stCxn id="10" idx="1"/>
            <a:endCxn id="31" idx="2"/>
          </p:cNvCxnSpPr>
          <p:nvPr/>
        </p:nvCxnSpPr>
        <p:spPr>
          <a:xfrm rot="10800000">
            <a:off x="8257033" y="9073097"/>
            <a:ext cx="1817521" cy="1248982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6C45E55-8781-19DC-D394-D6D973AB537B}"/>
              </a:ext>
            </a:extLst>
          </p:cNvPr>
          <p:cNvCxnSpPr>
            <a:cxnSpLocks/>
            <a:stCxn id="9" idx="1"/>
            <a:endCxn id="32" idx="2"/>
          </p:cNvCxnSpPr>
          <p:nvPr/>
        </p:nvCxnSpPr>
        <p:spPr>
          <a:xfrm rot="10800000">
            <a:off x="9341053" y="9078904"/>
            <a:ext cx="733501" cy="658401"/>
          </a:xfrm>
          <a:prstGeom prst="bentConnector2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68763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The image depicts a red silhouette of a human figure with outlined limbs and torso, suggesting a simple, abstract representation of a person.&#10;&#10;AI-generated content may be incorrect.">
            <a:extLst>
              <a:ext uri="{FF2B5EF4-FFF2-40B4-BE49-F238E27FC236}">
                <a16:creationId xmlns:a16="http://schemas.microsoft.com/office/drawing/2014/main" id="{0C532C5B-39C0-8F4D-FC2D-B15FC77D0F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199" r="13936"/>
          <a:stretch>
            <a:fillRect/>
          </a:stretch>
        </p:blipFill>
        <p:spPr>
          <a:xfrm>
            <a:off x="4041647" y="3240243"/>
            <a:ext cx="3401569" cy="7200000"/>
          </a:xfrm>
          <a:prstGeom prst="rect">
            <a:avLst/>
          </a:prstGeom>
        </p:spPr>
      </p:pic>
      <p:pic>
        <p:nvPicPr>
          <p:cNvPr id="7" name="Picture 6" descr="The image depicts a simple, outline drawing of a male figure with basic human body proportions.&#10;&#10;AI-generated content may be incorrect.">
            <a:extLst>
              <a:ext uri="{FF2B5EF4-FFF2-40B4-BE49-F238E27FC236}">
                <a16:creationId xmlns:a16="http://schemas.microsoft.com/office/drawing/2014/main" id="{36E09D71-D692-25CE-8183-F87BDFEDC03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020" r="14114"/>
          <a:stretch>
            <a:fillRect/>
          </a:stretch>
        </p:blipFill>
        <p:spPr>
          <a:xfrm>
            <a:off x="9211638" y="3240243"/>
            <a:ext cx="3401569" cy="720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F7CA58-40D5-B793-E76E-E170C46D70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381629" y="3619193"/>
            <a:ext cx="3138275" cy="6442101"/>
          </a:xfrm>
          <a:prstGeom prst="rect">
            <a:avLst/>
          </a:prstGeom>
        </p:spPr>
      </p:pic>
      <p:sp>
        <p:nvSpPr>
          <p:cNvPr id="10" name="Plus Sign 9">
            <a:extLst>
              <a:ext uri="{FF2B5EF4-FFF2-40B4-BE49-F238E27FC236}">
                <a16:creationId xmlns:a16="http://schemas.microsoft.com/office/drawing/2014/main" id="{D42DFAC0-3CAC-2E82-5721-BD8261301FCF}"/>
              </a:ext>
            </a:extLst>
          </p:cNvPr>
          <p:cNvSpPr/>
          <p:nvPr/>
        </p:nvSpPr>
        <p:spPr>
          <a:xfrm>
            <a:off x="7717536" y="6355611"/>
            <a:ext cx="1115568" cy="969264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/>
          </a:p>
        </p:txBody>
      </p:sp>
      <p:sp>
        <p:nvSpPr>
          <p:cNvPr id="11" name="Equals 10">
            <a:extLst>
              <a:ext uri="{FF2B5EF4-FFF2-40B4-BE49-F238E27FC236}">
                <a16:creationId xmlns:a16="http://schemas.microsoft.com/office/drawing/2014/main" id="{F2E03BE5-7F9A-8D1A-5453-D82C2D4032F8}"/>
              </a:ext>
            </a:extLst>
          </p:cNvPr>
          <p:cNvSpPr/>
          <p:nvPr/>
        </p:nvSpPr>
        <p:spPr>
          <a:xfrm>
            <a:off x="12912202" y="6417995"/>
            <a:ext cx="1170432" cy="844495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K">
              <a:solidFill>
                <a:schemeClr val="tx1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54C9CB7-C5E3-31EA-FF37-21B527FDB6D4}"/>
              </a:ext>
            </a:extLst>
          </p:cNvPr>
          <p:cNvSpPr txBox="1"/>
          <p:nvPr/>
        </p:nvSpPr>
        <p:spPr>
          <a:xfrm>
            <a:off x="4818686" y="2742538"/>
            <a:ext cx="184935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Area Map</a:t>
            </a:r>
            <a:endParaRPr lang="en-DK" sz="32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F46D2B1-E229-5EF4-97FF-EEEB3DA82232}"/>
              </a:ext>
            </a:extLst>
          </p:cNvPr>
          <p:cNvSpPr txBox="1"/>
          <p:nvPr/>
        </p:nvSpPr>
        <p:spPr>
          <a:xfrm>
            <a:off x="10145833" y="2742538"/>
            <a:ext cx="153317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Overlay</a:t>
            </a:r>
            <a:endParaRPr lang="en-DK" sz="3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666100-A1AF-E81E-839E-62CD4467E5BA}"/>
              </a:ext>
            </a:extLst>
          </p:cNvPr>
          <p:cNvSpPr txBox="1"/>
          <p:nvPr/>
        </p:nvSpPr>
        <p:spPr>
          <a:xfrm>
            <a:off x="13549724" y="2742537"/>
            <a:ext cx="48020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Map with selectable areas</a:t>
            </a:r>
            <a:endParaRPr lang="en-DK" sz="3200" dirty="0"/>
          </a:p>
        </p:txBody>
      </p:sp>
    </p:spTree>
    <p:extLst>
      <p:ext uri="{BB962C8B-B14F-4D97-AF65-F5344CB8AC3E}">
        <p14:creationId xmlns:p14="http://schemas.microsoft.com/office/powerpoint/2010/main" val="2435479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B996248A2D0E04D87B9DBB54D269DA4" ma:contentTypeVersion="18" ma:contentTypeDescription="Create a new document." ma:contentTypeScope="" ma:versionID="f22bde94a6705f7f7e236c14bc19f189">
  <xsd:schema xmlns:xsd="http://www.w3.org/2001/XMLSchema" xmlns:xs="http://www.w3.org/2001/XMLSchema" xmlns:p="http://schemas.microsoft.com/office/2006/metadata/properties" xmlns:ns2="51c7d8ad-74c8-4833-8478-0d0a5cafce0c" xmlns:ns3="6dfb7b4b-871d-4c24-9d42-16b14ecd044c" targetNamespace="http://schemas.microsoft.com/office/2006/metadata/properties" ma:root="true" ma:fieldsID="273248db29f554cba2c15e8dd349c138" ns2:_="" ns3:_="">
    <xsd:import namespace="51c7d8ad-74c8-4833-8478-0d0a5cafce0c"/>
    <xsd:import namespace="6dfb7b4b-871d-4c24-9d42-16b14ecd044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2:MediaServiceLocation" minOccurs="0"/>
                <xsd:element ref="ns2:lcf76f155ced4ddcb4097134ff3c332f" minOccurs="0"/>
                <xsd:element ref="ns3:TaxCatchAll" minOccurs="0"/>
                <xsd:element ref="ns3:SharedWithUsers" minOccurs="0"/>
                <xsd:element ref="ns3:SharedWithDetail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1c7d8ad-74c8-4833-8478-0d0a5cafce0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ternalName="MediaServiceLocation" ma:readOnly="true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0ee60025-c679-4a62-8c04-7497c58c131d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dfb7b4b-871d-4c24-9d42-16b14ecd044c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8eba7f03-0d99-448d-81e1-4bd1ef8a7665}" ma:internalName="TaxCatchAll" ma:showField="CatchAllData" ma:web="6dfb7b4b-871d-4c24-9d42-16b14ecd044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6dfb7b4b-871d-4c24-9d42-16b14ecd044c" xsi:nil="true"/>
    <lcf76f155ced4ddcb4097134ff3c332f xmlns="51c7d8ad-74c8-4833-8478-0d0a5cafce0c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72A1115-3E72-42E2-A544-7EAA53D3702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1c7d8ad-74c8-4833-8478-0d0a5cafce0c"/>
    <ds:schemaRef ds:uri="6dfb7b4b-871d-4c24-9d42-16b14ecd044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F875D47-8106-485E-98E0-D60C6A98DA6A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F670CE-B0AA-4D52-AFC6-AA4BF7D46EEA}">
  <ds:schemaRefs>
    <ds:schemaRef ds:uri="http://schemas.microsoft.com/office/2006/metadata/properties"/>
    <ds:schemaRef ds:uri="http://schemas.microsoft.com/office/infopath/2007/PartnerControls"/>
    <ds:schemaRef ds:uri="6dfb7b4b-871d-4c24-9d42-16b14ecd044c"/>
    <ds:schemaRef ds:uri="51c7d8ad-74c8-4833-8478-0d0a5cafce0c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</TotalTime>
  <Words>24</Words>
  <Application>Microsoft Office PowerPoint</Application>
  <PresentationFormat>Custom</PresentationFormat>
  <Paragraphs>13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Kristian Hennings</dc:creator>
  <cp:lastModifiedBy>Kristian Hennings</cp:lastModifiedBy>
  <cp:revision>17</cp:revision>
  <dcterms:created xsi:type="dcterms:W3CDTF">2024-11-30T15:01:51Z</dcterms:created>
  <dcterms:modified xsi:type="dcterms:W3CDTF">2026-03-26T20:09:31Z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0x0101005B996248A2D0E04D87B9DBB54D269DA4</vt:lpwstr>
  </property>
</Properties>
</file>