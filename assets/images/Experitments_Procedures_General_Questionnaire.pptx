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7"/>
  </p:notesMasterIdLst>
  <p:sldIdLst>
    <p:sldId id="256" r:id="rId5"/>
    <p:sldId id="257" r:id="rId6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53" d="100"/>
          <a:sy n="53" d="100"/>
        </p:scale>
        <p:origin x="125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Joystick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LabBench I/O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9399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28/03/2026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9B5A62C3-CBAD-F7F0-8AE0-A9ACECF16768}"/>
              </a:ext>
            </a:extLst>
          </p:cNvPr>
          <p:cNvGrpSpPr/>
          <p:nvPr/>
        </p:nvGrpSpPr>
        <p:grpSpPr>
          <a:xfrm>
            <a:off x="1966873" y="3736059"/>
            <a:ext cx="7877099" cy="5391902"/>
            <a:chOff x="1966873" y="3736059"/>
            <a:chExt cx="7877099" cy="5391902"/>
          </a:xfrm>
        </p:grpSpPr>
        <p:pic>
          <p:nvPicPr>
            <p:cNvPr id="3" name="Picture 2" descr="The image depicts a user interface element, specifically a map question tool with a selection percentage of 66%, allowing operators to mark single areas.&#10;&#10;AI-generated content may be incorrect.">
              <a:extLst>
                <a:ext uri="{FF2B5EF4-FFF2-40B4-BE49-F238E27FC236}">
                  <a16:creationId xmlns:a16="http://schemas.microsoft.com/office/drawing/2014/main" id="{FDA7B554-4A5B-8B04-62EB-AC4EA541E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6873" y="3736059"/>
              <a:ext cx="7849695" cy="5391902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8974074-AF32-A1C8-23BD-52BE98549315}"/>
                </a:ext>
              </a:extLst>
            </p:cNvPr>
            <p:cNvSpPr/>
            <p:nvPr/>
          </p:nvSpPr>
          <p:spPr>
            <a:xfrm>
              <a:off x="7754112" y="8906256"/>
              <a:ext cx="1005840" cy="16684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AF64C18-8F67-3A60-21AD-C514D0109F43}"/>
                </a:ext>
              </a:extLst>
            </p:cNvPr>
            <p:cNvSpPr/>
            <p:nvPr/>
          </p:nvSpPr>
          <p:spPr>
            <a:xfrm>
              <a:off x="8838132" y="8912062"/>
              <a:ext cx="1005840" cy="16684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pic>
        <p:nvPicPr>
          <p:cNvPr id="5" name="Picture 4" descr="Map Question (Single selection) (66%)&#10;&#10;AI-generated content may be incorrect.">
            <a:extLst>
              <a:ext uri="{FF2B5EF4-FFF2-40B4-BE49-F238E27FC236}">
                <a16:creationId xmlns:a16="http://schemas.microsoft.com/office/drawing/2014/main" id="{F3BEE205-EF96-38A6-72CB-C91AA1D1C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0556" y="3767291"/>
            <a:ext cx="8577072" cy="536067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0D9F0A-BADE-F9AC-1261-54C83E49273E}"/>
              </a:ext>
            </a:extLst>
          </p:cNvPr>
          <p:cNvSpPr txBox="1"/>
          <p:nvPr/>
        </p:nvSpPr>
        <p:spPr>
          <a:xfrm>
            <a:off x="1708888" y="9127961"/>
            <a:ext cx="30905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Procedure Panel</a:t>
            </a:r>
            <a:endParaRPr lang="en-DK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EB7869-9FD7-415F-E23E-0662CAB3830F}"/>
              </a:ext>
            </a:extLst>
          </p:cNvPr>
          <p:cNvSpPr txBox="1"/>
          <p:nvPr/>
        </p:nvSpPr>
        <p:spPr>
          <a:xfrm>
            <a:off x="10800556" y="2907792"/>
            <a:ext cx="34369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Participant Screen</a:t>
            </a:r>
            <a:endParaRPr lang="en-DK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4091B1-122B-507B-84CC-41A6FCDDDD74}"/>
              </a:ext>
            </a:extLst>
          </p:cNvPr>
          <p:cNvSpPr txBox="1"/>
          <p:nvPr/>
        </p:nvSpPr>
        <p:spPr>
          <a:xfrm>
            <a:off x="10074553" y="9444916"/>
            <a:ext cx="26382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Next question</a:t>
            </a:r>
            <a:endParaRPr lang="en-DK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BAD116-813A-159A-288E-62691FB3DA70}"/>
              </a:ext>
            </a:extLst>
          </p:cNvPr>
          <p:cNvSpPr txBox="1"/>
          <p:nvPr/>
        </p:nvSpPr>
        <p:spPr>
          <a:xfrm>
            <a:off x="10074553" y="10029691"/>
            <a:ext cx="33429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Previous question</a:t>
            </a:r>
            <a:endParaRPr lang="en-DK" sz="3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27A704-D09C-3C26-BA6E-C094F0DCE2A7}"/>
              </a:ext>
            </a:extLst>
          </p:cNvPr>
          <p:cNvSpPr/>
          <p:nvPr/>
        </p:nvSpPr>
        <p:spPr>
          <a:xfrm>
            <a:off x="1966873" y="4133088"/>
            <a:ext cx="5988407" cy="384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147EB7-29A1-B2E5-621A-670ABF00C5DD}"/>
              </a:ext>
            </a:extLst>
          </p:cNvPr>
          <p:cNvSpPr/>
          <p:nvPr/>
        </p:nvSpPr>
        <p:spPr>
          <a:xfrm>
            <a:off x="1966873" y="3736059"/>
            <a:ext cx="5988407" cy="384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98DC2-EE99-997B-BA37-2929227EA2C0}"/>
              </a:ext>
            </a:extLst>
          </p:cNvPr>
          <p:cNvSpPr txBox="1"/>
          <p:nvPr/>
        </p:nvSpPr>
        <p:spPr>
          <a:xfrm>
            <a:off x="10074552" y="10639033"/>
            <a:ext cx="21122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Instruction</a:t>
            </a:r>
            <a:endParaRPr lang="en-DK" sz="3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2D8E0B-F3DA-37B3-8557-3AA7479E05AC}"/>
              </a:ext>
            </a:extLst>
          </p:cNvPr>
          <p:cNvSpPr txBox="1"/>
          <p:nvPr/>
        </p:nvSpPr>
        <p:spPr>
          <a:xfrm>
            <a:off x="3904954" y="2660382"/>
            <a:ext cx="21122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Instruction</a:t>
            </a:r>
            <a:endParaRPr lang="en-DK" sz="32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FA6E05-C9D7-56EE-B933-C02F337FE36A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4961077" y="3245157"/>
            <a:ext cx="0" cy="49090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751AD83-9FC7-8C63-1A28-F98D9683DAD5}"/>
              </a:ext>
            </a:extLst>
          </p:cNvPr>
          <p:cNvCxnSpPr>
            <a:cxnSpLocks/>
            <a:stCxn id="15" idx="1"/>
            <a:endCxn id="13" idx="2"/>
          </p:cNvCxnSpPr>
          <p:nvPr/>
        </p:nvCxnSpPr>
        <p:spPr>
          <a:xfrm rot="10800000">
            <a:off x="4961078" y="4517137"/>
            <a:ext cx="5113475" cy="6414285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E77DEC0-C921-5D41-92F7-B5AC9EE79682}"/>
              </a:ext>
            </a:extLst>
          </p:cNvPr>
          <p:cNvCxnSpPr>
            <a:cxnSpLocks/>
            <a:stCxn id="10" idx="1"/>
            <a:endCxn id="31" idx="2"/>
          </p:cNvCxnSpPr>
          <p:nvPr/>
        </p:nvCxnSpPr>
        <p:spPr>
          <a:xfrm rot="10800000">
            <a:off x="8257033" y="9073097"/>
            <a:ext cx="1817521" cy="1248982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6C45E55-8781-19DC-D394-D6D973AB537B}"/>
              </a:ext>
            </a:extLst>
          </p:cNvPr>
          <p:cNvCxnSpPr>
            <a:cxnSpLocks/>
            <a:stCxn id="9" idx="1"/>
            <a:endCxn id="32" idx="2"/>
          </p:cNvCxnSpPr>
          <p:nvPr/>
        </p:nvCxnSpPr>
        <p:spPr>
          <a:xfrm rot="10800000">
            <a:off x="9341053" y="9078904"/>
            <a:ext cx="733501" cy="658401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epicts a red silhouette of a human figure with outlined limbs and torso, suggesting a simple, abstract representation of a person.&#10;&#10;AI-generated content may be incorrect.">
            <a:extLst>
              <a:ext uri="{FF2B5EF4-FFF2-40B4-BE49-F238E27FC236}">
                <a16:creationId xmlns:a16="http://schemas.microsoft.com/office/drawing/2014/main" id="{0C532C5B-39C0-8F4D-FC2D-B15FC77D0F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99" r="13936"/>
          <a:stretch>
            <a:fillRect/>
          </a:stretch>
        </p:blipFill>
        <p:spPr>
          <a:xfrm>
            <a:off x="4041647" y="3240243"/>
            <a:ext cx="3401569" cy="7200000"/>
          </a:xfrm>
          <a:prstGeom prst="rect">
            <a:avLst/>
          </a:prstGeom>
        </p:spPr>
      </p:pic>
      <p:pic>
        <p:nvPicPr>
          <p:cNvPr id="7" name="Picture 6" descr="The image depicts a simple, outline drawing of a male figure with basic human body proportions.&#10;&#10;AI-generated content may be incorrect.">
            <a:extLst>
              <a:ext uri="{FF2B5EF4-FFF2-40B4-BE49-F238E27FC236}">
                <a16:creationId xmlns:a16="http://schemas.microsoft.com/office/drawing/2014/main" id="{36E09D71-D692-25CE-8183-F87BDFEDC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20" r="14114"/>
          <a:stretch>
            <a:fillRect/>
          </a:stretch>
        </p:blipFill>
        <p:spPr>
          <a:xfrm>
            <a:off x="9211638" y="3240243"/>
            <a:ext cx="3401569" cy="720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F7CA58-40D5-B793-E76E-E170C46D70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1629" y="3619193"/>
            <a:ext cx="3138275" cy="6442101"/>
          </a:xfrm>
          <a:prstGeom prst="rect">
            <a:avLst/>
          </a:prstGeom>
        </p:spPr>
      </p:pic>
      <p:sp>
        <p:nvSpPr>
          <p:cNvPr id="10" name="Plus Sign 9">
            <a:extLst>
              <a:ext uri="{FF2B5EF4-FFF2-40B4-BE49-F238E27FC236}">
                <a16:creationId xmlns:a16="http://schemas.microsoft.com/office/drawing/2014/main" id="{D42DFAC0-3CAC-2E82-5721-BD8261301FCF}"/>
              </a:ext>
            </a:extLst>
          </p:cNvPr>
          <p:cNvSpPr/>
          <p:nvPr/>
        </p:nvSpPr>
        <p:spPr>
          <a:xfrm>
            <a:off x="7717536" y="6355611"/>
            <a:ext cx="1115568" cy="969264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1" name="Equals 10">
            <a:extLst>
              <a:ext uri="{FF2B5EF4-FFF2-40B4-BE49-F238E27FC236}">
                <a16:creationId xmlns:a16="http://schemas.microsoft.com/office/drawing/2014/main" id="{F2E03BE5-7F9A-8D1A-5453-D82C2D4032F8}"/>
              </a:ext>
            </a:extLst>
          </p:cNvPr>
          <p:cNvSpPr/>
          <p:nvPr/>
        </p:nvSpPr>
        <p:spPr>
          <a:xfrm>
            <a:off x="12912202" y="6417995"/>
            <a:ext cx="1170432" cy="844495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4C9CB7-C5E3-31EA-FF37-21B527FDB6D4}"/>
              </a:ext>
            </a:extLst>
          </p:cNvPr>
          <p:cNvSpPr txBox="1"/>
          <p:nvPr/>
        </p:nvSpPr>
        <p:spPr>
          <a:xfrm>
            <a:off x="4678582" y="2742536"/>
            <a:ext cx="21276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Image Map</a:t>
            </a:r>
            <a:endParaRPr lang="en-DK" sz="3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46D2B1-E229-5EF4-97FF-EEEB3DA82232}"/>
              </a:ext>
            </a:extLst>
          </p:cNvPr>
          <p:cNvSpPr txBox="1"/>
          <p:nvPr/>
        </p:nvSpPr>
        <p:spPr>
          <a:xfrm>
            <a:off x="10145833" y="2742538"/>
            <a:ext cx="15331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Overlay</a:t>
            </a:r>
            <a:endParaRPr lang="en-DK" sz="3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666100-A1AF-E81E-839E-62CD4467E5BA}"/>
              </a:ext>
            </a:extLst>
          </p:cNvPr>
          <p:cNvSpPr txBox="1"/>
          <p:nvPr/>
        </p:nvSpPr>
        <p:spPr>
          <a:xfrm>
            <a:off x="13549724" y="2742537"/>
            <a:ext cx="48020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Map with selectable areas</a:t>
            </a:r>
            <a:endParaRPr lang="en-DK" sz="3200" dirty="0"/>
          </a:p>
        </p:txBody>
      </p:sp>
    </p:spTree>
    <p:extLst>
      <p:ext uri="{BB962C8B-B14F-4D97-AF65-F5344CB8AC3E}">
        <p14:creationId xmlns:p14="http://schemas.microsoft.com/office/powerpoint/2010/main" val="2435479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customXml/itemProps3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</TotalTime>
  <Words>24</Words>
  <Application>Microsoft Office PowerPoint</Application>
  <PresentationFormat>Custom</PresentationFormat>
  <Paragraphs>13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19</cp:revision>
  <dcterms:created xsi:type="dcterms:W3CDTF">2024-11-30T15:01:51Z</dcterms:created>
  <dcterms:modified xsi:type="dcterms:W3CDTF">2026-03-28T08:38:48Z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