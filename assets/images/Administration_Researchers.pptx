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notesMasterIdLst>
    <p:notesMasterId r:id="rId7"/>
  </p:notesMasterIdLst>
  <p:sldIdLst>
    <p:sldId id="256" r:id="rId5"/>
    <p:sldId id="257" r:id="rId6"/>
  </p:sldIdLst>
  <p:sldSz cx="21601113" cy="14400213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E8DBBD2-E51C-4F65-B024-D25F532E7882}" v="5" dt="2024-11-30T15:03:06.4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033" autoAdjust="0"/>
  </p:normalViewPr>
  <p:slideViewPr>
    <p:cSldViewPr snapToGrid="0">
      <p:cViewPr varScale="1">
        <p:scale>
          <a:sx n="53" d="100"/>
          <a:sy n="53" d="100"/>
        </p:scale>
        <p:origin x="125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ristian Hennings" userId="c750005e-88d6-4112-85a2-8817d1a82a89" providerId="ADAL" clId="{AE8DBBD2-E51C-4F65-B024-D25F532E7882}"/>
    <pc:docChg chg="custSel addSld modSld">
      <pc:chgData name="Kristian Hennings" userId="c750005e-88d6-4112-85a2-8817d1a82a89" providerId="ADAL" clId="{AE8DBBD2-E51C-4F65-B024-D25F532E7882}" dt="2024-11-30T15:03:11.439" v="7" actId="478"/>
      <pc:docMkLst>
        <pc:docMk/>
      </pc:docMkLst>
      <pc:sldChg chg="addSp delSp modSp new mod modClrScheme chgLayout">
        <pc:chgData name="Kristian Hennings" userId="c750005e-88d6-4112-85a2-8817d1a82a89" providerId="ADAL" clId="{AE8DBBD2-E51C-4F65-B024-D25F532E7882}" dt="2024-11-30T15:03:11.439" v="7" actId="478"/>
        <pc:sldMkLst>
          <pc:docMk/>
          <pc:sldMk cId="786876301" sldId="256"/>
        </pc:sldMkLst>
        <pc:spChg chg="del">
          <ac:chgData name="Kristian Hennings" userId="c750005e-88d6-4112-85a2-8817d1a82a89" providerId="ADAL" clId="{AE8DBBD2-E51C-4F65-B024-D25F532E7882}" dt="2024-11-30T15:01:54.798" v="1" actId="700"/>
          <ac:spMkLst>
            <pc:docMk/>
            <pc:sldMk cId="786876301" sldId="256"/>
            <ac:spMk id="2" creationId="{233B9773-ED68-8F58-6FE5-3F61B3109FB8}"/>
          </ac:spMkLst>
        </pc:spChg>
        <pc:spChg chg="del">
          <ac:chgData name="Kristian Hennings" userId="c750005e-88d6-4112-85a2-8817d1a82a89" providerId="ADAL" clId="{AE8DBBD2-E51C-4F65-B024-D25F532E7882}" dt="2024-11-30T15:01:54.798" v="1" actId="700"/>
          <ac:spMkLst>
            <pc:docMk/>
            <pc:sldMk cId="786876301" sldId="256"/>
            <ac:spMk id="3" creationId="{5CA84863-22F8-24CD-7F7A-747DCE2C3CD1}"/>
          </ac:spMkLst>
        </pc:spChg>
        <pc:spChg chg="mod">
          <ac:chgData name="Kristian Hennings" userId="c750005e-88d6-4112-85a2-8817d1a82a89" providerId="ADAL" clId="{AE8DBBD2-E51C-4F65-B024-D25F532E7882}" dt="2024-11-30T15:02:52.460" v="2"/>
          <ac:spMkLst>
            <pc:docMk/>
            <pc:sldMk cId="786876301" sldId="256"/>
            <ac:spMk id="6" creationId="{50B3C1AC-38B5-7C2B-7AB2-CC309C214B33}"/>
          </ac:spMkLst>
        </pc:spChg>
        <pc:spChg chg="mod">
          <ac:chgData name="Kristian Hennings" userId="c750005e-88d6-4112-85a2-8817d1a82a89" providerId="ADAL" clId="{AE8DBBD2-E51C-4F65-B024-D25F532E7882}" dt="2024-11-30T15:02:52.460" v="2"/>
          <ac:spMkLst>
            <pc:docMk/>
            <pc:sldMk cId="786876301" sldId="256"/>
            <ac:spMk id="7" creationId="{31F0E11A-522D-47E9-7635-166DD0A2974A}"/>
          </ac:spMkLst>
        </pc:spChg>
        <pc:spChg chg="mod">
          <ac:chgData name="Kristian Hennings" userId="c750005e-88d6-4112-85a2-8817d1a82a89" providerId="ADAL" clId="{AE8DBBD2-E51C-4F65-B024-D25F532E7882}" dt="2024-11-30T15:02:52.460" v="2"/>
          <ac:spMkLst>
            <pc:docMk/>
            <pc:sldMk cId="786876301" sldId="256"/>
            <ac:spMk id="8" creationId="{6D7CE593-AF9A-7FF0-2A7F-05E9EE1E6766}"/>
          </ac:spMkLst>
        </pc:spChg>
        <pc:spChg chg="mod">
          <ac:chgData name="Kristian Hennings" userId="c750005e-88d6-4112-85a2-8817d1a82a89" providerId="ADAL" clId="{AE8DBBD2-E51C-4F65-B024-D25F532E7882}" dt="2024-11-30T15:02:52.460" v="2"/>
          <ac:spMkLst>
            <pc:docMk/>
            <pc:sldMk cId="786876301" sldId="256"/>
            <ac:spMk id="9" creationId="{683517AC-88EF-D88B-601B-2C14C16C040C}"/>
          </ac:spMkLst>
        </pc:spChg>
        <pc:spChg chg="mod">
          <ac:chgData name="Kristian Hennings" userId="c750005e-88d6-4112-85a2-8817d1a82a89" providerId="ADAL" clId="{AE8DBBD2-E51C-4F65-B024-D25F532E7882}" dt="2024-11-30T15:02:52.460" v="2"/>
          <ac:spMkLst>
            <pc:docMk/>
            <pc:sldMk cId="786876301" sldId="256"/>
            <ac:spMk id="10" creationId="{48B1CA42-3DC2-E001-6EF1-AF0C28591EF9}"/>
          </ac:spMkLst>
        </pc:spChg>
        <pc:spChg chg="mod">
          <ac:chgData name="Kristian Hennings" userId="c750005e-88d6-4112-85a2-8817d1a82a89" providerId="ADAL" clId="{AE8DBBD2-E51C-4F65-B024-D25F532E7882}" dt="2024-11-30T15:02:52.460" v="2"/>
          <ac:spMkLst>
            <pc:docMk/>
            <pc:sldMk cId="786876301" sldId="256"/>
            <ac:spMk id="11" creationId="{16FF281D-A8BD-D5BA-C437-31E2085B32D6}"/>
          </ac:spMkLst>
        </pc:spChg>
        <pc:spChg chg="mod">
          <ac:chgData name="Kristian Hennings" userId="c750005e-88d6-4112-85a2-8817d1a82a89" providerId="ADAL" clId="{AE8DBBD2-E51C-4F65-B024-D25F532E7882}" dt="2024-11-30T15:02:52.460" v="2"/>
          <ac:spMkLst>
            <pc:docMk/>
            <pc:sldMk cId="786876301" sldId="256"/>
            <ac:spMk id="12" creationId="{3E6C226E-4660-CBFF-D7AF-D5CA335D261E}"/>
          </ac:spMkLst>
        </pc:spChg>
        <pc:spChg chg="mod">
          <ac:chgData name="Kristian Hennings" userId="c750005e-88d6-4112-85a2-8817d1a82a89" providerId="ADAL" clId="{AE8DBBD2-E51C-4F65-B024-D25F532E7882}" dt="2024-11-30T15:02:52.460" v="2"/>
          <ac:spMkLst>
            <pc:docMk/>
            <pc:sldMk cId="786876301" sldId="256"/>
            <ac:spMk id="13" creationId="{D91DF96F-0D96-607D-C771-13F9FA8FBF6B}"/>
          </ac:spMkLst>
        </pc:spChg>
        <pc:spChg chg="mod">
          <ac:chgData name="Kristian Hennings" userId="c750005e-88d6-4112-85a2-8817d1a82a89" providerId="ADAL" clId="{AE8DBBD2-E51C-4F65-B024-D25F532E7882}" dt="2024-11-30T15:03:06.432" v="5"/>
          <ac:spMkLst>
            <pc:docMk/>
            <pc:sldMk cId="786876301" sldId="256"/>
            <ac:spMk id="16" creationId="{A1400182-4DB4-9A3A-9A6E-2528C280E06D}"/>
          </ac:spMkLst>
        </pc:spChg>
        <pc:spChg chg="mod">
          <ac:chgData name="Kristian Hennings" userId="c750005e-88d6-4112-85a2-8817d1a82a89" providerId="ADAL" clId="{AE8DBBD2-E51C-4F65-B024-D25F532E7882}" dt="2024-11-30T15:03:06.432" v="5"/>
          <ac:spMkLst>
            <pc:docMk/>
            <pc:sldMk cId="786876301" sldId="256"/>
            <ac:spMk id="17" creationId="{65C8A0F9-5CF2-3DF0-B048-1D4779C72C03}"/>
          </ac:spMkLst>
        </pc:spChg>
        <pc:spChg chg="mod">
          <ac:chgData name="Kristian Hennings" userId="c750005e-88d6-4112-85a2-8817d1a82a89" providerId="ADAL" clId="{AE8DBBD2-E51C-4F65-B024-D25F532E7882}" dt="2024-11-30T15:03:06.432" v="5"/>
          <ac:spMkLst>
            <pc:docMk/>
            <pc:sldMk cId="786876301" sldId="256"/>
            <ac:spMk id="18" creationId="{D5929FD8-EA32-6662-A27B-83AE3B49317B}"/>
          </ac:spMkLst>
        </pc:spChg>
        <pc:spChg chg="mod">
          <ac:chgData name="Kristian Hennings" userId="c750005e-88d6-4112-85a2-8817d1a82a89" providerId="ADAL" clId="{AE8DBBD2-E51C-4F65-B024-D25F532E7882}" dt="2024-11-30T15:03:06.432" v="5"/>
          <ac:spMkLst>
            <pc:docMk/>
            <pc:sldMk cId="786876301" sldId="256"/>
            <ac:spMk id="19" creationId="{7A6E53D8-2974-3777-FF46-B4618FD65878}"/>
          </ac:spMkLst>
        </pc:spChg>
        <pc:spChg chg="mod">
          <ac:chgData name="Kristian Hennings" userId="c750005e-88d6-4112-85a2-8817d1a82a89" providerId="ADAL" clId="{AE8DBBD2-E51C-4F65-B024-D25F532E7882}" dt="2024-11-30T15:03:06.432" v="5"/>
          <ac:spMkLst>
            <pc:docMk/>
            <pc:sldMk cId="786876301" sldId="256"/>
            <ac:spMk id="20" creationId="{5F025A39-B3B7-D9DC-0C20-796AFEC39D71}"/>
          </ac:spMkLst>
        </pc:spChg>
        <pc:spChg chg="mod">
          <ac:chgData name="Kristian Hennings" userId="c750005e-88d6-4112-85a2-8817d1a82a89" providerId="ADAL" clId="{AE8DBBD2-E51C-4F65-B024-D25F532E7882}" dt="2024-11-30T15:03:06.432" v="5"/>
          <ac:spMkLst>
            <pc:docMk/>
            <pc:sldMk cId="786876301" sldId="256"/>
            <ac:spMk id="21" creationId="{4CAED8EB-CF82-344F-8E6F-D62305E839E1}"/>
          </ac:spMkLst>
        </pc:spChg>
        <pc:spChg chg="mod">
          <ac:chgData name="Kristian Hennings" userId="c750005e-88d6-4112-85a2-8817d1a82a89" providerId="ADAL" clId="{AE8DBBD2-E51C-4F65-B024-D25F532E7882}" dt="2024-11-30T15:03:06.432" v="5"/>
          <ac:spMkLst>
            <pc:docMk/>
            <pc:sldMk cId="786876301" sldId="256"/>
            <ac:spMk id="22" creationId="{B6B20E5E-BAA5-FDC4-6BC7-D3BFD3FB139E}"/>
          </ac:spMkLst>
        </pc:spChg>
        <pc:spChg chg="mod">
          <ac:chgData name="Kristian Hennings" userId="c750005e-88d6-4112-85a2-8817d1a82a89" providerId="ADAL" clId="{AE8DBBD2-E51C-4F65-B024-D25F532E7882}" dt="2024-11-30T15:03:06.432" v="5"/>
          <ac:spMkLst>
            <pc:docMk/>
            <pc:sldMk cId="786876301" sldId="256"/>
            <ac:spMk id="23" creationId="{6125D2AD-E8CE-6286-FD7D-D67D947DEB67}"/>
          </ac:spMkLst>
        </pc:spChg>
        <pc:grpChg chg="add del mod">
          <ac:chgData name="Kristian Hennings" userId="c750005e-88d6-4112-85a2-8817d1a82a89" providerId="ADAL" clId="{AE8DBBD2-E51C-4F65-B024-D25F532E7882}" dt="2024-11-30T15:02:55.439" v="4" actId="478"/>
          <ac:grpSpMkLst>
            <pc:docMk/>
            <pc:sldMk cId="786876301" sldId="256"/>
            <ac:grpSpMk id="4" creationId="{00261F2C-ECA6-FF7E-3E02-37E2612876E7}"/>
          </ac:grpSpMkLst>
        </pc:grpChg>
        <pc:grpChg chg="add del mod">
          <ac:chgData name="Kristian Hennings" userId="c750005e-88d6-4112-85a2-8817d1a82a89" providerId="ADAL" clId="{AE8DBBD2-E51C-4F65-B024-D25F532E7882}" dt="2024-11-30T15:03:11.439" v="7" actId="478"/>
          <ac:grpSpMkLst>
            <pc:docMk/>
            <pc:sldMk cId="786876301" sldId="256"/>
            <ac:grpSpMk id="14" creationId="{DB8CB27C-E840-C338-459D-1D6AD9CDBC8C}"/>
          </ac:grpSpMkLst>
        </pc:grpChg>
        <pc:picChg chg="mod">
          <ac:chgData name="Kristian Hennings" userId="c750005e-88d6-4112-85a2-8817d1a82a89" providerId="ADAL" clId="{AE8DBBD2-E51C-4F65-B024-D25F532E7882}" dt="2024-11-30T15:02:52.460" v="2"/>
          <ac:picMkLst>
            <pc:docMk/>
            <pc:sldMk cId="786876301" sldId="256"/>
            <ac:picMk id="5" creationId="{4A2FDB25-387F-61ED-FB5F-DDA9AD1D115C}"/>
          </ac:picMkLst>
        </pc:picChg>
        <pc:picChg chg="mod">
          <ac:chgData name="Kristian Hennings" userId="c750005e-88d6-4112-85a2-8817d1a82a89" providerId="ADAL" clId="{AE8DBBD2-E51C-4F65-B024-D25F532E7882}" dt="2024-11-30T15:03:06.432" v="5"/>
          <ac:picMkLst>
            <pc:docMk/>
            <pc:sldMk cId="786876301" sldId="256"/>
            <ac:picMk id="15" creationId="{99956B02-D2EE-5928-617A-E02A2618E81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466010-90F5-41E6-AAE8-7E580DBF8C7C}" type="datetimeFigureOut">
              <a:rPr lang="en-DK" smtClean="0"/>
              <a:t>25/02/2026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35275" y="857250"/>
            <a:ext cx="347345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0644BD-399A-490A-99CC-829CA96D1157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7666576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Joystick</a:t>
            </a:r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0644BD-399A-490A-99CC-829CA96D1157}" type="slidenum">
              <a:rPr lang="en-DK" smtClean="0"/>
              <a:t>1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6469153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LabBench I/O</a:t>
            </a:r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0644BD-399A-490A-99CC-829CA96D1157}" type="slidenum">
              <a:rPr lang="en-DK" smtClean="0"/>
              <a:t>2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993990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0084" y="2356703"/>
            <a:ext cx="18360946" cy="5013407"/>
          </a:xfrm>
        </p:spPr>
        <p:txBody>
          <a:bodyPr anchor="b"/>
          <a:lstStyle>
            <a:lvl1pPr algn="ctr">
              <a:defRPr sz="125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00139" y="7563446"/>
            <a:ext cx="16200835" cy="3476717"/>
          </a:xfrm>
        </p:spPr>
        <p:txBody>
          <a:bodyPr/>
          <a:lstStyle>
            <a:lvl1pPr marL="0" indent="0" algn="ctr">
              <a:buNone/>
              <a:defRPr sz="5040"/>
            </a:lvl1pPr>
            <a:lvl2pPr marL="960029" indent="0" algn="ctr">
              <a:buNone/>
              <a:defRPr sz="4200"/>
            </a:lvl2pPr>
            <a:lvl3pPr marL="1920057" indent="0" algn="ctr">
              <a:buNone/>
              <a:defRPr sz="3780"/>
            </a:lvl3pPr>
            <a:lvl4pPr marL="2880086" indent="0" algn="ctr">
              <a:buNone/>
              <a:defRPr sz="3360"/>
            </a:lvl4pPr>
            <a:lvl5pPr marL="3840114" indent="0" algn="ctr">
              <a:buNone/>
              <a:defRPr sz="3360"/>
            </a:lvl5pPr>
            <a:lvl6pPr marL="4800143" indent="0" algn="ctr">
              <a:buNone/>
              <a:defRPr sz="3360"/>
            </a:lvl6pPr>
            <a:lvl7pPr marL="5760171" indent="0" algn="ctr">
              <a:buNone/>
              <a:defRPr sz="3360"/>
            </a:lvl7pPr>
            <a:lvl8pPr marL="6720200" indent="0" algn="ctr">
              <a:buNone/>
              <a:defRPr sz="3360"/>
            </a:lvl8pPr>
            <a:lvl9pPr marL="7680228" indent="0" algn="ctr">
              <a:buNone/>
              <a:defRPr sz="33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25/02/2026</a:t>
            </a:fld>
            <a:endParaRPr lang="en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910599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25/02/2026</a:t>
            </a:fld>
            <a:endParaRPr lang="en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447266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3827" y="3590057"/>
            <a:ext cx="18630960" cy="5990088"/>
          </a:xfrm>
        </p:spPr>
        <p:txBody>
          <a:bodyPr anchor="b"/>
          <a:lstStyle>
            <a:lvl1pPr>
              <a:defRPr sz="125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3827" y="9636813"/>
            <a:ext cx="18630960" cy="3150046"/>
          </a:xfrm>
        </p:spPr>
        <p:txBody>
          <a:bodyPr/>
          <a:lstStyle>
            <a:lvl1pPr marL="0" indent="0">
              <a:buNone/>
              <a:defRPr sz="5040">
                <a:solidFill>
                  <a:schemeClr val="tx1">
                    <a:tint val="82000"/>
                  </a:schemeClr>
                </a:solidFill>
              </a:defRPr>
            </a:lvl1pPr>
            <a:lvl2pPr marL="960029" indent="0">
              <a:buNone/>
              <a:defRPr sz="4200">
                <a:solidFill>
                  <a:schemeClr val="tx1">
                    <a:tint val="82000"/>
                  </a:schemeClr>
                </a:solidFill>
              </a:defRPr>
            </a:lvl2pPr>
            <a:lvl3pPr marL="1920057" indent="0">
              <a:buNone/>
              <a:defRPr sz="3780">
                <a:solidFill>
                  <a:schemeClr val="tx1">
                    <a:tint val="82000"/>
                  </a:schemeClr>
                </a:solidFill>
              </a:defRPr>
            </a:lvl3pPr>
            <a:lvl4pPr marL="2880086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4pPr>
            <a:lvl5pPr marL="3840114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5pPr>
            <a:lvl6pPr marL="4800143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6pPr>
            <a:lvl7pPr marL="5760171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7pPr>
            <a:lvl8pPr marL="6720200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8pPr>
            <a:lvl9pPr marL="7680228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25/02/2026</a:t>
            </a:fld>
            <a:endParaRPr lang="en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842205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5077" y="3833390"/>
            <a:ext cx="9180473" cy="91368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35563" y="3833390"/>
            <a:ext cx="9180473" cy="91368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25/02/2026</a:t>
            </a:fld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028566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890" y="766681"/>
            <a:ext cx="18630960" cy="27833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7892" y="3530053"/>
            <a:ext cx="9138282" cy="1730025"/>
          </a:xfrm>
        </p:spPr>
        <p:txBody>
          <a:bodyPr anchor="b"/>
          <a:lstStyle>
            <a:lvl1pPr marL="0" indent="0">
              <a:buNone/>
              <a:defRPr sz="5040" b="1"/>
            </a:lvl1pPr>
            <a:lvl2pPr marL="960029" indent="0">
              <a:buNone/>
              <a:defRPr sz="4200" b="1"/>
            </a:lvl2pPr>
            <a:lvl3pPr marL="1920057" indent="0">
              <a:buNone/>
              <a:defRPr sz="3780" b="1"/>
            </a:lvl3pPr>
            <a:lvl4pPr marL="2880086" indent="0">
              <a:buNone/>
              <a:defRPr sz="3360" b="1"/>
            </a:lvl4pPr>
            <a:lvl5pPr marL="3840114" indent="0">
              <a:buNone/>
              <a:defRPr sz="3360" b="1"/>
            </a:lvl5pPr>
            <a:lvl6pPr marL="4800143" indent="0">
              <a:buNone/>
              <a:defRPr sz="3360" b="1"/>
            </a:lvl6pPr>
            <a:lvl7pPr marL="5760171" indent="0">
              <a:buNone/>
              <a:defRPr sz="3360" b="1"/>
            </a:lvl7pPr>
            <a:lvl8pPr marL="6720200" indent="0">
              <a:buNone/>
              <a:defRPr sz="3360" b="1"/>
            </a:lvl8pPr>
            <a:lvl9pPr marL="7680228" indent="0">
              <a:buNone/>
              <a:defRPr sz="3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7892" y="5260078"/>
            <a:ext cx="9138282" cy="77367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935564" y="3530053"/>
            <a:ext cx="9183287" cy="1730025"/>
          </a:xfrm>
        </p:spPr>
        <p:txBody>
          <a:bodyPr anchor="b"/>
          <a:lstStyle>
            <a:lvl1pPr marL="0" indent="0">
              <a:buNone/>
              <a:defRPr sz="5040" b="1"/>
            </a:lvl1pPr>
            <a:lvl2pPr marL="960029" indent="0">
              <a:buNone/>
              <a:defRPr sz="4200" b="1"/>
            </a:lvl2pPr>
            <a:lvl3pPr marL="1920057" indent="0">
              <a:buNone/>
              <a:defRPr sz="3780" b="1"/>
            </a:lvl3pPr>
            <a:lvl4pPr marL="2880086" indent="0">
              <a:buNone/>
              <a:defRPr sz="3360" b="1"/>
            </a:lvl4pPr>
            <a:lvl5pPr marL="3840114" indent="0">
              <a:buNone/>
              <a:defRPr sz="3360" b="1"/>
            </a:lvl5pPr>
            <a:lvl6pPr marL="4800143" indent="0">
              <a:buNone/>
              <a:defRPr sz="3360" b="1"/>
            </a:lvl6pPr>
            <a:lvl7pPr marL="5760171" indent="0">
              <a:buNone/>
              <a:defRPr sz="3360" b="1"/>
            </a:lvl7pPr>
            <a:lvl8pPr marL="6720200" indent="0">
              <a:buNone/>
              <a:defRPr sz="3360" b="1"/>
            </a:lvl8pPr>
            <a:lvl9pPr marL="7680228" indent="0">
              <a:buNone/>
              <a:defRPr sz="3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935564" y="5260078"/>
            <a:ext cx="9183287" cy="77367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25/02/2026</a:t>
            </a:fld>
            <a:endParaRPr lang="en-D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59600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25/02/2026</a:t>
            </a:fld>
            <a:endParaRPr lang="en-D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4796129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25/02/2026</a:t>
            </a:fld>
            <a:endParaRPr lang="en-D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4380336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890" y="960014"/>
            <a:ext cx="6966921" cy="3360050"/>
          </a:xfrm>
        </p:spPr>
        <p:txBody>
          <a:bodyPr anchor="b"/>
          <a:lstStyle>
            <a:lvl1pPr>
              <a:defRPr sz="671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83287" y="2073367"/>
            <a:ext cx="10935563" cy="10233485"/>
          </a:xfrm>
        </p:spPr>
        <p:txBody>
          <a:bodyPr/>
          <a:lstStyle>
            <a:lvl1pPr>
              <a:defRPr sz="6719"/>
            </a:lvl1pPr>
            <a:lvl2pPr>
              <a:defRPr sz="5879"/>
            </a:lvl2pPr>
            <a:lvl3pPr>
              <a:defRPr sz="5040"/>
            </a:lvl3pPr>
            <a:lvl4pPr>
              <a:defRPr sz="4200"/>
            </a:lvl4pPr>
            <a:lvl5pPr>
              <a:defRPr sz="4200"/>
            </a:lvl5pPr>
            <a:lvl6pPr>
              <a:defRPr sz="4200"/>
            </a:lvl6pPr>
            <a:lvl7pPr>
              <a:defRPr sz="4200"/>
            </a:lvl7pPr>
            <a:lvl8pPr>
              <a:defRPr sz="4200"/>
            </a:lvl8pPr>
            <a:lvl9pPr>
              <a:defRPr sz="4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7890" y="4320064"/>
            <a:ext cx="6966921" cy="8003453"/>
          </a:xfrm>
        </p:spPr>
        <p:txBody>
          <a:bodyPr/>
          <a:lstStyle>
            <a:lvl1pPr marL="0" indent="0">
              <a:buNone/>
              <a:defRPr sz="3360"/>
            </a:lvl1pPr>
            <a:lvl2pPr marL="960029" indent="0">
              <a:buNone/>
              <a:defRPr sz="2940"/>
            </a:lvl2pPr>
            <a:lvl3pPr marL="1920057" indent="0">
              <a:buNone/>
              <a:defRPr sz="2520"/>
            </a:lvl3pPr>
            <a:lvl4pPr marL="2880086" indent="0">
              <a:buNone/>
              <a:defRPr sz="2100"/>
            </a:lvl4pPr>
            <a:lvl5pPr marL="3840114" indent="0">
              <a:buNone/>
              <a:defRPr sz="2100"/>
            </a:lvl5pPr>
            <a:lvl6pPr marL="4800143" indent="0">
              <a:buNone/>
              <a:defRPr sz="2100"/>
            </a:lvl6pPr>
            <a:lvl7pPr marL="5760171" indent="0">
              <a:buNone/>
              <a:defRPr sz="2100"/>
            </a:lvl7pPr>
            <a:lvl8pPr marL="6720200" indent="0">
              <a:buNone/>
              <a:defRPr sz="2100"/>
            </a:lvl8pPr>
            <a:lvl9pPr marL="7680228" indent="0">
              <a:buNone/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25/02/2026</a:t>
            </a:fld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9825244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890" y="960014"/>
            <a:ext cx="6966921" cy="3360050"/>
          </a:xfrm>
        </p:spPr>
        <p:txBody>
          <a:bodyPr anchor="b"/>
          <a:lstStyle>
            <a:lvl1pPr>
              <a:defRPr sz="671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83287" y="2073367"/>
            <a:ext cx="10935563" cy="10233485"/>
          </a:xfrm>
        </p:spPr>
        <p:txBody>
          <a:bodyPr anchor="t"/>
          <a:lstStyle>
            <a:lvl1pPr marL="0" indent="0">
              <a:buNone/>
              <a:defRPr sz="6719"/>
            </a:lvl1pPr>
            <a:lvl2pPr marL="960029" indent="0">
              <a:buNone/>
              <a:defRPr sz="5879"/>
            </a:lvl2pPr>
            <a:lvl3pPr marL="1920057" indent="0">
              <a:buNone/>
              <a:defRPr sz="5040"/>
            </a:lvl3pPr>
            <a:lvl4pPr marL="2880086" indent="0">
              <a:buNone/>
              <a:defRPr sz="4200"/>
            </a:lvl4pPr>
            <a:lvl5pPr marL="3840114" indent="0">
              <a:buNone/>
              <a:defRPr sz="4200"/>
            </a:lvl5pPr>
            <a:lvl6pPr marL="4800143" indent="0">
              <a:buNone/>
              <a:defRPr sz="4200"/>
            </a:lvl6pPr>
            <a:lvl7pPr marL="5760171" indent="0">
              <a:buNone/>
              <a:defRPr sz="4200"/>
            </a:lvl7pPr>
            <a:lvl8pPr marL="6720200" indent="0">
              <a:buNone/>
              <a:defRPr sz="4200"/>
            </a:lvl8pPr>
            <a:lvl9pPr marL="7680228" indent="0">
              <a:buNone/>
              <a:defRPr sz="4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7890" y="4320064"/>
            <a:ext cx="6966921" cy="8003453"/>
          </a:xfrm>
        </p:spPr>
        <p:txBody>
          <a:bodyPr/>
          <a:lstStyle>
            <a:lvl1pPr marL="0" indent="0">
              <a:buNone/>
              <a:defRPr sz="3360"/>
            </a:lvl1pPr>
            <a:lvl2pPr marL="960029" indent="0">
              <a:buNone/>
              <a:defRPr sz="2940"/>
            </a:lvl2pPr>
            <a:lvl3pPr marL="1920057" indent="0">
              <a:buNone/>
              <a:defRPr sz="2520"/>
            </a:lvl3pPr>
            <a:lvl4pPr marL="2880086" indent="0">
              <a:buNone/>
              <a:defRPr sz="2100"/>
            </a:lvl4pPr>
            <a:lvl5pPr marL="3840114" indent="0">
              <a:buNone/>
              <a:defRPr sz="2100"/>
            </a:lvl5pPr>
            <a:lvl6pPr marL="4800143" indent="0">
              <a:buNone/>
              <a:defRPr sz="2100"/>
            </a:lvl6pPr>
            <a:lvl7pPr marL="5760171" indent="0">
              <a:buNone/>
              <a:defRPr sz="2100"/>
            </a:lvl7pPr>
            <a:lvl8pPr marL="6720200" indent="0">
              <a:buNone/>
              <a:defRPr sz="2100"/>
            </a:lvl8pPr>
            <a:lvl9pPr marL="7680228" indent="0">
              <a:buNone/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25/02/2026</a:t>
            </a:fld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525472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25/02/2026</a:t>
            </a:fld>
            <a:endParaRPr lang="en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734579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458298" y="766678"/>
            <a:ext cx="4657740" cy="1220351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5078" y="766678"/>
            <a:ext cx="13703206" cy="1220351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25/02/2026</a:t>
            </a:fld>
            <a:endParaRPr lang="en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124220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5077" y="766681"/>
            <a:ext cx="18630960" cy="27833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5077" y="3833390"/>
            <a:ext cx="18630960" cy="91368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85077" y="13346867"/>
            <a:ext cx="4860250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5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465E3F-0B9F-47C9-9E08-5C827E095B3E}" type="datetimeFigureOut">
              <a:rPr lang="en-DK" smtClean="0"/>
              <a:t>25/02/2026</a:t>
            </a:fld>
            <a:endParaRPr lang="en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155369" y="13346867"/>
            <a:ext cx="7290376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5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255786" y="13346867"/>
            <a:ext cx="4860250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5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263029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920057" rtl="0" eaLnBrk="1" latinLnBrk="0" hangingPunct="1">
        <a:lnSpc>
          <a:spcPct val="90000"/>
        </a:lnSpc>
        <a:spcBef>
          <a:spcPct val="0"/>
        </a:spcBef>
        <a:buNone/>
        <a:defRPr sz="923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80014" indent="-480014" algn="l" defTabSz="1920057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5879" kern="1200">
          <a:solidFill>
            <a:schemeClr val="tx1"/>
          </a:solidFill>
          <a:latin typeface="+mn-lt"/>
          <a:ea typeface="+mn-ea"/>
          <a:cs typeface="+mn-cs"/>
        </a:defRPr>
      </a:lvl1pPr>
      <a:lvl2pPr marL="1440043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5040" kern="1200">
          <a:solidFill>
            <a:schemeClr val="tx1"/>
          </a:solidFill>
          <a:latin typeface="+mn-lt"/>
          <a:ea typeface="+mn-ea"/>
          <a:cs typeface="+mn-cs"/>
        </a:defRPr>
      </a:lvl2pPr>
      <a:lvl3pPr marL="2400071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3pPr>
      <a:lvl4pPr marL="3360100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4pPr>
      <a:lvl5pPr marL="4320129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5pPr>
      <a:lvl6pPr marL="5280157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6pPr>
      <a:lvl7pPr marL="6240186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7pPr>
      <a:lvl8pPr marL="7200214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8pPr>
      <a:lvl9pPr marL="8160243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1pPr>
      <a:lvl2pPr marL="960029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2pPr>
      <a:lvl3pPr marL="1920057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3pPr>
      <a:lvl4pPr marL="2880086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4pPr>
      <a:lvl5pPr marL="3840114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5pPr>
      <a:lvl6pPr marL="4800143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6pPr>
      <a:lvl7pPr marL="5760171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7pPr>
      <a:lvl8pPr marL="6720200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8pPr>
      <a:lvl9pPr marL="7680228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image displays a table with five columns, each labeled with different roles: Researchers, ID, Administrator, Investigator, and Operator, with corresponding names under each role.&#10;&#10;AI-generated content may be incorrect.">
            <a:extLst>
              <a:ext uri="{FF2B5EF4-FFF2-40B4-BE49-F238E27FC236}">
                <a16:creationId xmlns:a16="http://schemas.microsoft.com/office/drawing/2014/main" id="{64A2764C-8587-9E25-4C13-EC053494B1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2078" y="4523208"/>
            <a:ext cx="5400000" cy="4449853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4A773856-B625-8512-1F5D-870E27EC25A0}"/>
              </a:ext>
            </a:extLst>
          </p:cNvPr>
          <p:cNvSpPr/>
          <p:nvPr/>
        </p:nvSpPr>
        <p:spPr>
          <a:xfrm>
            <a:off x="12534715" y="4791456"/>
            <a:ext cx="324000" cy="324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F44F6E6-21FC-F01E-99AC-126CE037B367}"/>
              </a:ext>
            </a:extLst>
          </p:cNvPr>
          <p:cNvSpPr/>
          <p:nvPr/>
        </p:nvSpPr>
        <p:spPr>
          <a:xfrm>
            <a:off x="11855450" y="5314950"/>
            <a:ext cx="469900" cy="3048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5A31372-C553-F36F-53B3-114A441F6C89}"/>
              </a:ext>
            </a:extLst>
          </p:cNvPr>
          <p:cNvSpPr/>
          <p:nvPr/>
        </p:nvSpPr>
        <p:spPr>
          <a:xfrm>
            <a:off x="12350715" y="5803900"/>
            <a:ext cx="469900" cy="3048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AA78A4-4EE6-1D01-8B1A-8911CA32E606}"/>
              </a:ext>
            </a:extLst>
          </p:cNvPr>
          <p:cNvSpPr txBox="1"/>
          <p:nvPr/>
        </p:nvSpPr>
        <p:spPr>
          <a:xfrm>
            <a:off x="13201650" y="5771634"/>
            <a:ext cx="1962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Delete researcher</a:t>
            </a:r>
            <a:endParaRPr lang="en-DK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425BA7-2221-E4CC-B3F0-BF6E302B56B7}"/>
              </a:ext>
            </a:extLst>
          </p:cNvPr>
          <p:cNvSpPr txBox="1"/>
          <p:nvPr/>
        </p:nvSpPr>
        <p:spPr>
          <a:xfrm>
            <a:off x="13201650" y="5282684"/>
            <a:ext cx="1970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Change password</a:t>
            </a:r>
            <a:endParaRPr lang="en-DK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99ADE9-D23E-1C43-86BA-1DBBBDF10729}"/>
              </a:ext>
            </a:extLst>
          </p:cNvPr>
          <p:cNvSpPr txBox="1"/>
          <p:nvPr/>
        </p:nvSpPr>
        <p:spPr>
          <a:xfrm>
            <a:off x="13227956" y="4768790"/>
            <a:ext cx="17012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Add researcher</a:t>
            </a:r>
            <a:endParaRPr lang="en-DK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0AFC4A4-5C0E-B11B-6239-C40AD71E4AC3}"/>
              </a:ext>
            </a:extLst>
          </p:cNvPr>
          <p:cNvCxnSpPr>
            <a:stCxn id="8" idx="1"/>
          </p:cNvCxnSpPr>
          <p:nvPr/>
        </p:nvCxnSpPr>
        <p:spPr>
          <a:xfrm flipH="1">
            <a:off x="12858715" y="4953456"/>
            <a:ext cx="369241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7D161A2-1276-7419-15FD-835CD418BB16}"/>
              </a:ext>
            </a:extLst>
          </p:cNvPr>
          <p:cNvCxnSpPr>
            <a:cxnSpLocks/>
            <a:stCxn id="7" idx="1"/>
          </p:cNvCxnSpPr>
          <p:nvPr/>
        </p:nvCxnSpPr>
        <p:spPr>
          <a:xfrm flipH="1">
            <a:off x="12333729" y="5467350"/>
            <a:ext cx="867921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5CB2B6B-E398-F29C-D81D-5C7C7A373B5A}"/>
              </a:ext>
            </a:extLst>
          </p:cNvPr>
          <p:cNvCxnSpPr>
            <a:cxnSpLocks/>
            <a:stCxn id="6" idx="1"/>
            <a:endCxn id="5" idx="3"/>
          </p:cNvCxnSpPr>
          <p:nvPr/>
        </p:nvCxnSpPr>
        <p:spPr>
          <a:xfrm flipH="1">
            <a:off x="12820615" y="5956300"/>
            <a:ext cx="381035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68763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image displays a user interface with fields for username, password, and a selection for the role 'Investigator', along with buttons to add or cancel the entry.&#10;&#10;AI-generated content may be incorrect.">
            <a:extLst>
              <a:ext uri="{FF2B5EF4-FFF2-40B4-BE49-F238E27FC236}">
                <a16:creationId xmlns:a16="http://schemas.microsoft.com/office/drawing/2014/main" id="{2C0E0735-D2B0-61A9-D772-96B1FC0AE2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3449" y="6104578"/>
            <a:ext cx="3334215" cy="2191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54796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B996248A2D0E04D87B9DBB54D269DA4" ma:contentTypeVersion="18" ma:contentTypeDescription="Create a new document." ma:contentTypeScope="" ma:versionID="f22bde94a6705f7f7e236c14bc19f189">
  <xsd:schema xmlns:xsd="http://www.w3.org/2001/XMLSchema" xmlns:xs="http://www.w3.org/2001/XMLSchema" xmlns:p="http://schemas.microsoft.com/office/2006/metadata/properties" xmlns:ns2="51c7d8ad-74c8-4833-8478-0d0a5cafce0c" xmlns:ns3="6dfb7b4b-871d-4c24-9d42-16b14ecd044c" targetNamespace="http://schemas.microsoft.com/office/2006/metadata/properties" ma:root="true" ma:fieldsID="273248db29f554cba2c15e8dd349c138" ns2:_="" ns3:_="">
    <xsd:import namespace="51c7d8ad-74c8-4833-8478-0d0a5cafce0c"/>
    <xsd:import namespace="6dfb7b4b-871d-4c24-9d42-16b14ecd044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LengthInSeconds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1c7d8ad-74c8-4833-8478-0d0a5cafce0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0ee60025-c679-4a62-8c04-7497c58c131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fb7b4b-871d-4c24-9d42-16b14ecd044c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8eba7f03-0d99-448d-81e1-4bd1ef8a7665}" ma:internalName="TaxCatchAll" ma:showField="CatchAllData" ma:web="6dfb7b4b-871d-4c24-9d42-16b14ecd044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dfb7b4b-871d-4c24-9d42-16b14ecd044c" xsi:nil="true"/>
    <lcf76f155ced4ddcb4097134ff3c332f xmlns="51c7d8ad-74c8-4833-8478-0d0a5cafce0c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172A1115-3E72-42E2-A544-7EAA53D3702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1c7d8ad-74c8-4833-8478-0d0a5cafce0c"/>
    <ds:schemaRef ds:uri="6dfb7b4b-871d-4c24-9d42-16b14ecd044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F875D47-8106-485E-98E0-D60C6A98DA6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EF670CE-B0AA-4D52-AFC6-AA4BF7D46EEA}">
  <ds:schemaRefs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purl.org/dc/dcmitype/"/>
    <ds:schemaRef ds:uri="51c7d8ad-74c8-4833-8478-0d0a5cafce0c"/>
    <ds:schemaRef ds:uri="6dfb7b4b-871d-4c24-9d42-16b14ecd044c"/>
    <ds:schemaRef ds:uri="http://www.w3.org/XML/1998/namespace"/>
    <ds:schemaRef ds:uri="http://purl.org/dc/terms/"/>
    <ds:schemaRef ds:uri="http://schemas.microsoft.com/office/infopath/2007/PartnerControl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</TotalTime>
  <Words>13</Words>
  <Application>Microsoft Office PowerPoint</Application>
  <PresentationFormat>Custom</PresentationFormat>
  <Paragraphs>7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Kristian Hennings</dc:creator>
  <cp:lastModifiedBy>Kristian Hennings</cp:lastModifiedBy>
  <cp:revision>15</cp:revision>
  <dcterms:created xsi:type="dcterms:W3CDTF">2024-11-30T15:01:51Z</dcterms:created>
  <dcterms:modified xsi:type="dcterms:W3CDTF">2026-02-25T14:26:48Z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0x0101005B996248A2D0E04D87B9DBB54D269DA4</vt:lpwstr>
  </property>
</Properties>
</file>