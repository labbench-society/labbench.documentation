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56" r:id="rId5"/>
    <p:sldId id="257" r:id="rId6"/>
    <p:sldId id="259" r:id="rId7"/>
    <p:sldId id="260" r:id="rId8"/>
    <p:sldId id="261" r:id="rId9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50" d="100"/>
          <a:sy n="150" d="100"/>
        </p:scale>
        <p:origin x="-5766" y="-2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LabBench I/O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Windows installation screen for LabBench 6, with a prompt to install a 64 MB software package and agree to license terms.&#10;&#10;AI-generated content may be incorrect.">
            <a:extLst>
              <a:ext uri="{FF2B5EF4-FFF2-40B4-BE49-F238E27FC236}">
                <a16:creationId xmlns:a16="http://schemas.microsoft.com/office/drawing/2014/main" id="{5AB23F53-45FF-E104-B941-3C6AF9FAC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377" y="4544018"/>
            <a:ext cx="1800000" cy="2232468"/>
          </a:xfrm>
          <a:prstGeom prst="rect">
            <a:avLst/>
          </a:prstGeom>
        </p:spPr>
      </p:pic>
      <p:pic>
        <p:nvPicPr>
          <p:cNvPr id="5" name="Picture 4" descr="The image shows a software installation page for LabBench 6, specifically for selecting prerequisites to install .NET Desktop Runtime versions 10.0.2 or 10.0.3.&#10;&#10;AI-generated content may be incorrect.">
            <a:extLst>
              <a:ext uri="{FF2B5EF4-FFF2-40B4-BE49-F238E27FC236}">
                <a16:creationId xmlns:a16="http://schemas.microsoft.com/office/drawing/2014/main" id="{F2445D1F-346E-FED9-9F2C-B510DCBE1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223" y="4544018"/>
            <a:ext cx="1800000" cy="2232468"/>
          </a:xfrm>
          <a:prstGeom prst="rect">
            <a:avLst/>
          </a:prstGeom>
        </p:spPr>
      </p:pic>
      <p:pic>
        <p:nvPicPr>
          <p:cNvPr id="7" name="Picture 6" descr="The image is a software installation screen for LabBench 6, offering two installation options: for the individual user or for all users.&#10;&#10;AI-generated content may be incorrect.">
            <a:extLst>
              <a:ext uri="{FF2B5EF4-FFF2-40B4-BE49-F238E27FC236}">
                <a16:creationId xmlns:a16="http://schemas.microsoft.com/office/drawing/2014/main" id="{51F0A6CD-E60D-550A-9D9A-24E5CD86A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069" y="4544018"/>
            <a:ext cx="1800000" cy="2232468"/>
          </a:xfrm>
          <a:prstGeom prst="rect">
            <a:avLst/>
          </a:prstGeom>
        </p:spPr>
      </p:pic>
      <p:pic>
        <p:nvPicPr>
          <p:cNvPr id="9" name="Picture 8" descr="Copying new files&#10;&#10;AI-generated content may be incorrect.">
            <a:extLst>
              <a:ext uri="{FF2B5EF4-FFF2-40B4-BE49-F238E27FC236}">
                <a16:creationId xmlns:a16="http://schemas.microsoft.com/office/drawing/2014/main" id="{269A1BF7-755A-57E3-E6C2-A704B96CA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4915" y="4544018"/>
            <a:ext cx="1800000" cy="2232468"/>
          </a:xfrm>
          <a:prstGeom prst="rect">
            <a:avLst/>
          </a:prstGeom>
        </p:spPr>
      </p:pic>
      <p:pic>
        <p:nvPicPr>
          <p:cNvPr id="11" name="Picture 10" descr="LabBench 6 installation is complete on Inventors Way.&#10;&#10;AI-generated content may be incorrect.">
            <a:extLst>
              <a:ext uri="{FF2B5EF4-FFF2-40B4-BE49-F238E27FC236}">
                <a16:creationId xmlns:a16="http://schemas.microsoft.com/office/drawing/2014/main" id="{1A89F56A-2793-5622-0B4E-A6316A8AC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7761" y="4544018"/>
            <a:ext cx="1800000" cy="223246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313507-CAB6-101A-82E0-D9A1741B4E9F}"/>
              </a:ext>
            </a:extLst>
          </p:cNvPr>
          <p:cNvCxnSpPr>
            <a:cxnSpLocks/>
          </p:cNvCxnSpPr>
          <p:nvPr/>
        </p:nvCxnSpPr>
        <p:spPr>
          <a:xfrm>
            <a:off x="6596377" y="5660252"/>
            <a:ext cx="3028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E6B4DC-1C34-D74A-3073-0693DCD82C59}"/>
              </a:ext>
            </a:extLst>
          </p:cNvPr>
          <p:cNvCxnSpPr>
            <a:cxnSpLocks/>
          </p:cNvCxnSpPr>
          <p:nvPr/>
        </p:nvCxnSpPr>
        <p:spPr>
          <a:xfrm>
            <a:off x="8699223" y="5660252"/>
            <a:ext cx="3028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A6C2AA-0F7B-8EFD-F402-132D239DBE8E}"/>
              </a:ext>
            </a:extLst>
          </p:cNvPr>
          <p:cNvCxnSpPr>
            <a:cxnSpLocks/>
          </p:cNvCxnSpPr>
          <p:nvPr/>
        </p:nvCxnSpPr>
        <p:spPr>
          <a:xfrm>
            <a:off x="10802069" y="5660252"/>
            <a:ext cx="3028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80FCD68-7D04-8F8B-3320-C54CA1BA1603}"/>
              </a:ext>
            </a:extLst>
          </p:cNvPr>
          <p:cNvCxnSpPr>
            <a:cxnSpLocks/>
          </p:cNvCxnSpPr>
          <p:nvPr/>
        </p:nvCxnSpPr>
        <p:spPr>
          <a:xfrm>
            <a:off x="12904915" y="5660252"/>
            <a:ext cx="30284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7A2BE2B-E7C2-D2CC-BEA1-163F04CFF563}"/>
              </a:ext>
            </a:extLst>
          </p:cNvPr>
          <p:cNvSpPr txBox="1"/>
          <p:nvPr/>
        </p:nvSpPr>
        <p:spPr>
          <a:xfrm>
            <a:off x="4796377" y="3953691"/>
            <a:ext cx="18000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License and installation path</a:t>
            </a:r>
            <a:endParaRPr lang="en-DK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8141E0-9F45-FF89-5B8A-9FD64B93EE11}"/>
              </a:ext>
            </a:extLst>
          </p:cNvPr>
          <p:cNvSpPr txBox="1"/>
          <p:nvPr/>
        </p:nvSpPr>
        <p:spPr>
          <a:xfrm>
            <a:off x="6899223" y="3953690"/>
            <a:ext cx="18000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Installation of prerequisites</a:t>
            </a:r>
            <a:endParaRPr lang="en-DK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008F6B-3649-BC3B-EC11-FA111B8F328C}"/>
              </a:ext>
            </a:extLst>
          </p:cNvPr>
          <p:cNvSpPr txBox="1"/>
          <p:nvPr/>
        </p:nvSpPr>
        <p:spPr>
          <a:xfrm>
            <a:off x="9002069" y="3953689"/>
            <a:ext cx="18000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Installation type:</a:t>
            </a:r>
          </a:p>
          <a:p>
            <a:r>
              <a:rPr lang="en-US" sz="1600" dirty="0"/>
              <a:t>User/Administrative</a:t>
            </a:r>
            <a:endParaRPr lang="en-DK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E1234-01BC-D274-4BAB-3EFEF9E7C45D}"/>
              </a:ext>
            </a:extLst>
          </p:cNvPr>
          <p:cNvSpPr txBox="1"/>
          <p:nvPr/>
        </p:nvSpPr>
        <p:spPr>
          <a:xfrm>
            <a:off x="11104915" y="3953689"/>
            <a:ext cx="1800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Installation progress</a:t>
            </a:r>
            <a:endParaRPr lang="en-DK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54050E-30EF-66E7-CE86-6E8A6BE297FE}"/>
              </a:ext>
            </a:extLst>
          </p:cNvPr>
          <p:cNvSpPr txBox="1"/>
          <p:nvPr/>
        </p:nvSpPr>
        <p:spPr>
          <a:xfrm>
            <a:off x="13207761" y="3953688"/>
            <a:ext cx="1800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Installation status</a:t>
            </a:r>
            <a:endParaRPr lang="en-DK" sz="1600" dirty="0"/>
          </a:p>
        </p:txBody>
      </p: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software interface for LabBench Designer, showcasing various system components such as logging, access control, and protocols, along with system information and settings.&#10;&#10;AI-generated content may be incorrect.">
            <a:extLst>
              <a:ext uri="{FF2B5EF4-FFF2-40B4-BE49-F238E27FC236}">
                <a16:creationId xmlns:a16="http://schemas.microsoft.com/office/drawing/2014/main" id="{4E5FD003-555F-E1BD-759D-B8D5680A4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916" y="4138454"/>
            <a:ext cx="4320000" cy="252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7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LabBench Designer software interface with tabs for various system settings, including licensing, device management, and protocols, all indicating a perpetual academic non-commercial license.&#10;&#10;AI-generated content may be incorrect.">
            <a:extLst>
              <a:ext uri="{FF2B5EF4-FFF2-40B4-BE49-F238E27FC236}">
                <a16:creationId xmlns:a16="http://schemas.microsoft.com/office/drawing/2014/main" id="{B411FF9E-DC0A-FFC8-3DCB-B14F6C8C3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056" y="4039394"/>
            <a:ext cx="4320000" cy="252428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93B9558-8714-C21A-A637-EA6BBFC876B2}"/>
              </a:ext>
            </a:extLst>
          </p:cNvPr>
          <p:cNvSpPr/>
          <p:nvPr/>
        </p:nvSpPr>
        <p:spPr>
          <a:xfrm>
            <a:off x="10724845" y="4314825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8C61A-4199-F7A0-9037-91E1D6875A52}"/>
              </a:ext>
            </a:extLst>
          </p:cNvPr>
          <p:cNvSpPr txBox="1"/>
          <p:nvPr/>
        </p:nvSpPr>
        <p:spPr>
          <a:xfrm>
            <a:off x="10023594" y="3532347"/>
            <a:ext cx="15850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Register license</a:t>
            </a:r>
            <a:endParaRPr lang="en-DK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475FAF-714A-E6A4-E899-AF0CC4A06A9E}"/>
              </a:ext>
            </a:extLst>
          </p:cNvPr>
          <p:cNvCxnSpPr>
            <a:stCxn id="6" idx="2"/>
            <a:endCxn id="5" idx="0"/>
          </p:cNvCxnSpPr>
          <p:nvPr/>
        </p:nvCxnSpPr>
        <p:spPr>
          <a:xfrm flipH="1">
            <a:off x="10814845" y="3870901"/>
            <a:ext cx="1274" cy="4439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58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gister&#10;&#10;AI-generated content may be incorrect.">
            <a:extLst>
              <a:ext uri="{FF2B5EF4-FFF2-40B4-BE49-F238E27FC236}">
                <a16:creationId xmlns:a16="http://schemas.microsoft.com/office/drawing/2014/main" id="{2C34065E-C8D6-8E5C-654C-AC9A4188B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02" y="4298058"/>
            <a:ext cx="1800000" cy="9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5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image displays a LabBench Designer software interface with a valid, perpetual commercial license, featuring sections for logging, access control, display calibration, and license holder details.&#10;&#10;AI-generated content may be incorrect.">
            <a:extLst>
              <a:ext uri="{FF2B5EF4-FFF2-40B4-BE49-F238E27FC236}">
                <a16:creationId xmlns:a16="http://schemas.microsoft.com/office/drawing/2014/main" id="{1CC9F33C-7EE7-3986-8260-949C20038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181" y="4199732"/>
            <a:ext cx="4320000" cy="259813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EC621E5-5D25-B9B0-3B22-DA89395988C3}"/>
              </a:ext>
            </a:extLst>
          </p:cNvPr>
          <p:cNvSpPr/>
          <p:nvPr/>
        </p:nvSpPr>
        <p:spPr>
          <a:xfrm>
            <a:off x="10663983" y="4848226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0E1A9A-3D50-01F9-752E-74E7C68435E3}"/>
              </a:ext>
            </a:extLst>
          </p:cNvPr>
          <p:cNvSpPr/>
          <p:nvPr/>
        </p:nvSpPr>
        <p:spPr>
          <a:xfrm>
            <a:off x="10444908" y="4848226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3A94B-6B34-85E8-E68F-7F1428F6C73C}"/>
              </a:ext>
            </a:extLst>
          </p:cNvPr>
          <p:cNvSpPr txBox="1"/>
          <p:nvPr/>
        </p:nvSpPr>
        <p:spPr>
          <a:xfrm>
            <a:off x="9761907" y="3771179"/>
            <a:ext cx="1546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Refresh license</a:t>
            </a:r>
            <a:endParaRPr lang="en-DK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F1A3A-17E0-3797-DAD4-00CF309CE56E}"/>
              </a:ext>
            </a:extLst>
          </p:cNvPr>
          <p:cNvSpPr txBox="1"/>
          <p:nvPr/>
        </p:nvSpPr>
        <p:spPr>
          <a:xfrm>
            <a:off x="11103094" y="4768949"/>
            <a:ext cx="157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Release license</a:t>
            </a:r>
            <a:endParaRPr lang="en-DK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BF7280-2F65-6320-D37B-DEB00283B36A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10534908" y="4109733"/>
            <a:ext cx="0" cy="7384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3505D3-0492-7122-A758-0BE2E5D4D4F3}"/>
              </a:ext>
            </a:extLst>
          </p:cNvPr>
          <p:cNvCxnSpPr>
            <a:cxnSpLocks/>
            <a:stCxn id="9" idx="1"/>
            <a:endCxn id="4" idx="6"/>
          </p:cNvCxnSpPr>
          <p:nvPr/>
        </p:nvCxnSpPr>
        <p:spPr>
          <a:xfrm flipH="1">
            <a:off x="10843983" y="4938226"/>
            <a:ext cx="2591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93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30</Words>
  <Application>Microsoft Office PowerPoint</Application>
  <PresentationFormat>Custom</PresentationFormat>
  <Paragraphs>13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26</cp:revision>
  <dcterms:created xsi:type="dcterms:W3CDTF">2024-11-30T15:01:51Z</dcterms:created>
  <dcterms:modified xsi:type="dcterms:W3CDTF">2026-02-23T11:36:50Z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