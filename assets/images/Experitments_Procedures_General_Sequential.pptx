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6"/>
  </p:notesMasterIdLst>
  <p:sldIdLst>
    <p:sldId id="256" r:id="rId5"/>
  </p:sldIdLst>
  <p:sldSz cx="21601113" cy="144002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DBBD2-E51C-4F65-B024-D25F532E7882}" v="5" dt="2024-11-30T15:03:0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41" autoAdjust="0"/>
  </p:normalViewPr>
  <p:slideViewPr>
    <p:cSldViewPr snapToGrid="0">
      <p:cViewPr varScale="1">
        <p:scale>
          <a:sx n="46" d="100"/>
          <a:sy n="46" d="100"/>
        </p:scale>
        <p:origin x="16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ennings" userId="c750005e-88d6-4112-85a2-8817d1a82a89" providerId="ADAL" clId="{AE8DBBD2-E51C-4F65-B024-D25F532E7882}"/>
    <pc:docChg chg="custSel addSld modSld">
      <pc:chgData name="Kristian Hennings" userId="c750005e-88d6-4112-85a2-8817d1a82a89" providerId="ADAL" clId="{AE8DBBD2-E51C-4F65-B024-D25F532E7882}" dt="2024-11-30T15:03:11.439" v="7" actId="478"/>
      <pc:docMkLst>
        <pc:docMk/>
      </pc:docMkLst>
      <pc:sldChg chg="addSp delSp modSp new mod modClrScheme chgLayout">
        <pc:chgData name="Kristian Hennings" userId="c750005e-88d6-4112-85a2-8817d1a82a89" providerId="ADAL" clId="{AE8DBBD2-E51C-4F65-B024-D25F532E7882}" dt="2024-11-30T15:03:11.439" v="7" actId="478"/>
        <pc:sldMkLst>
          <pc:docMk/>
          <pc:sldMk cId="786876301" sldId="256"/>
        </pc:sldMkLst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2" creationId="{233B9773-ED68-8F58-6FE5-3F61B3109FB8}"/>
          </ac:spMkLst>
        </pc:spChg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3" creationId="{5CA84863-22F8-24CD-7F7A-747DCE2C3CD1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6" creationId="{50B3C1AC-38B5-7C2B-7AB2-CC309C214B33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7" creationId="{31F0E11A-522D-47E9-7635-166DD0A2974A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8" creationId="{6D7CE593-AF9A-7FF0-2A7F-05E9EE1E676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9" creationId="{683517AC-88EF-D88B-601B-2C14C16C040C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0" creationId="{48B1CA42-3DC2-E001-6EF1-AF0C28591EF9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1" creationId="{16FF281D-A8BD-D5BA-C437-31E2085B32D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2" creationId="{3E6C226E-4660-CBFF-D7AF-D5CA335D261E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3" creationId="{D91DF96F-0D96-607D-C771-13F9FA8FBF6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6" creationId="{A1400182-4DB4-9A3A-9A6E-2528C280E06D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7" creationId="{65C8A0F9-5CF2-3DF0-B048-1D4779C72C03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8" creationId="{D5929FD8-EA32-6662-A27B-83AE3B49317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9" creationId="{7A6E53D8-2974-3777-FF46-B4618FD65878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0" creationId="{5F025A39-B3B7-D9DC-0C20-796AFEC39D7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1" creationId="{4CAED8EB-CF82-344F-8E6F-D62305E839E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2" creationId="{B6B20E5E-BAA5-FDC4-6BC7-D3BFD3FB139E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3" creationId="{6125D2AD-E8CE-6286-FD7D-D67D947DEB67}"/>
          </ac:spMkLst>
        </pc:spChg>
        <pc:grpChg chg="add del mod">
          <ac:chgData name="Kristian Hennings" userId="c750005e-88d6-4112-85a2-8817d1a82a89" providerId="ADAL" clId="{AE8DBBD2-E51C-4F65-B024-D25F532E7882}" dt="2024-11-30T15:02:55.439" v="4" actId="478"/>
          <ac:grpSpMkLst>
            <pc:docMk/>
            <pc:sldMk cId="786876301" sldId="256"/>
            <ac:grpSpMk id="4" creationId="{00261F2C-ECA6-FF7E-3E02-37E2612876E7}"/>
          </ac:grpSpMkLst>
        </pc:grpChg>
        <pc:grpChg chg="add del mod">
          <ac:chgData name="Kristian Hennings" userId="c750005e-88d6-4112-85a2-8817d1a82a89" providerId="ADAL" clId="{AE8DBBD2-E51C-4F65-B024-D25F532E7882}" dt="2024-11-30T15:03:11.439" v="7" actId="478"/>
          <ac:grpSpMkLst>
            <pc:docMk/>
            <pc:sldMk cId="786876301" sldId="256"/>
            <ac:grpSpMk id="14" creationId="{DB8CB27C-E840-C338-459D-1D6AD9CDBC8C}"/>
          </ac:grpSpMkLst>
        </pc:grpChg>
        <pc:picChg chg="mod">
          <ac:chgData name="Kristian Hennings" userId="c750005e-88d6-4112-85a2-8817d1a82a89" providerId="ADAL" clId="{AE8DBBD2-E51C-4F65-B024-D25F532E7882}" dt="2024-11-30T15:02:52.460" v="2"/>
          <ac:picMkLst>
            <pc:docMk/>
            <pc:sldMk cId="786876301" sldId="256"/>
            <ac:picMk id="5" creationId="{4A2FDB25-387F-61ED-FB5F-DDA9AD1D115C}"/>
          </ac:picMkLst>
        </pc:picChg>
        <pc:picChg chg="mod">
          <ac:chgData name="Kristian Hennings" userId="c750005e-88d6-4112-85a2-8817d1a82a89" providerId="ADAL" clId="{AE8DBBD2-E51C-4F65-B024-D25F532E7882}" dt="2024-11-30T15:03:06.432" v="5"/>
          <ac:picMkLst>
            <pc:docMk/>
            <pc:sldMk cId="786876301" sldId="256"/>
            <ac:picMk id="15" creationId="{99956B02-D2EE-5928-617A-E02A2618E8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66010-90F5-41E6-AAE8-7E580DBF8C7C}" type="datetimeFigureOut">
              <a:rPr lang="en-DK" smtClean="0"/>
              <a:t>30/03/2026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35275" y="857250"/>
            <a:ext cx="347345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644BD-399A-490A-99CC-829CA96D115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665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Joystick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6915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84" y="2356703"/>
            <a:ext cx="1836094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139" y="7563446"/>
            <a:ext cx="16200835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30/03/2026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1059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30/03/2026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4726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827" y="3590057"/>
            <a:ext cx="1863096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827" y="9636813"/>
            <a:ext cx="1863096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30/03/2026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8422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077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5563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30/03/2026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856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766681"/>
            <a:ext cx="18630960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892" y="3530053"/>
            <a:ext cx="913828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892" y="5260078"/>
            <a:ext cx="9138282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5564" y="3530053"/>
            <a:ext cx="9183287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5564" y="5260078"/>
            <a:ext cx="9183287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30/03/2026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96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30/03/2026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7961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30/03/2026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3803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3287" y="2073367"/>
            <a:ext cx="10935563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30/03/2026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252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3287" y="2073367"/>
            <a:ext cx="10935563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30/03/2026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54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30/03/2026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457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8298" y="766678"/>
            <a:ext cx="4657740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078" y="766678"/>
            <a:ext cx="13703206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30/03/2026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422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077" y="766681"/>
            <a:ext cx="1863096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077" y="3833390"/>
            <a:ext cx="1863096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077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65E3F-0B9F-47C9-9E08-5C827E095B3E}" type="datetimeFigureOut">
              <a:rPr lang="en-DK" smtClean="0"/>
              <a:t>30/03/2026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5369" y="13346867"/>
            <a:ext cx="729037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5786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630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92D8E0B-F3DA-37B3-8557-3AA7479E05AC}"/>
              </a:ext>
            </a:extLst>
          </p:cNvPr>
          <p:cNvSpPr txBox="1"/>
          <p:nvPr/>
        </p:nvSpPr>
        <p:spPr>
          <a:xfrm>
            <a:off x="15124575" y="4071004"/>
            <a:ext cx="2287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State name</a:t>
            </a:r>
            <a:endParaRPr lang="en-DK" sz="3200" dirty="0"/>
          </a:p>
        </p:txBody>
      </p:sp>
      <p:pic>
        <p:nvPicPr>
          <p:cNvPr id="4" name="Picture 3" descr="The image displays a pain rating of approximately 4.1 on a scale, with a running time of 123,166 seconds.&#10;&#10;AI-generated content may be incorrect.">
            <a:extLst>
              <a:ext uri="{FF2B5EF4-FFF2-40B4-BE49-F238E27FC236}">
                <a16:creationId xmlns:a16="http://schemas.microsoft.com/office/drawing/2014/main" id="{55DCD15D-7A37-B49E-EE51-D958B249A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045" y="4097058"/>
            <a:ext cx="8294276" cy="56888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7C22F8-AE06-0FCC-9508-00FE84179F4F}"/>
              </a:ext>
            </a:extLst>
          </p:cNvPr>
          <p:cNvSpPr txBox="1"/>
          <p:nvPr/>
        </p:nvSpPr>
        <p:spPr>
          <a:xfrm>
            <a:off x="15124575" y="6713339"/>
            <a:ext cx="33289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Information panel</a:t>
            </a:r>
            <a:endParaRPr lang="en-DK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9ABA4C-4240-EF8E-52E8-9D7FA5ED4E45}"/>
              </a:ext>
            </a:extLst>
          </p:cNvPr>
          <p:cNvSpPr txBox="1"/>
          <p:nvPr/>
        </p:nvSpPr>
        <p:spPr>
          <a:xfrm>
            <a:off x="15124575" y="9291440"/>
            <a:ext cx="13240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Status</a:t>
            </a:r>
            <a:endParaRPr lang="en-DK" sz="3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0C3856-19E0-ECFA-0FEB-4CA26545DD58}"/>
              </a:ext>
            </a:extLst>
          </p:cNvPr>
          <p:cNvSpPr/>
          <p:nvPr/>
        </p:nvSpPr>
        <p:spPr>
          <a:xfrm>
            <a:off x="6087045" y="4097058"/>
            <a:ext cx="8294276" cy="5326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0FD8BD-AED6-FF72-F4D7-50C4E7AD38A3}"/>
              </a:ext>
            </a:extLst>
          </p:cNvPr>
          <p:cNvSpPr/>
          <p:nvPr/>
        </p:nvSpPr>
        <p:spPr>
          <a:xfrm>
            <a:off x="6087045" y="4629727"/>
            <a:ext cx="8294276" cy="47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15EBB3-DCDA-0E2B-DC7A-33C716D47C5D}"/>
              </a:ext>
            </a:extLst>
          </p:cNvPr>
          <p:cNvSpPr/>
          <p:nvPr/>
        </p:nvSpPr>
        <p:spPr>
          <a:xfrm>
            <a:off x="6087045" y="9381728"/>
            <a:ext cx="8294276" cy="404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B190A67-8DC3-DF9D-1298-AC21B7204F13}"/>
              </a:ext>
            </a:extLst>
          </p:cNvPr>
          <p:cNvCxnSpPr>
            <a:stCxn id="16" idx="1"/>
            <a:endCxn id="12" idx="3"/>
          </p:cNvCxnSpPr>
          <p:nvPr/>
        </p:nvCxnSpPr>
        <p:spPr>
          <a:xfrm flipH="1">
            <a:off x="14381321" y="4363392"/>
            <a:ext cx="743254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1E79978-2CC3-E899-42F7-5C639A9D8BDF}"/>
              </a:ext>
            </a:extLst>
          </p:cNvPr>
          <p:cNvCxnSpPr>
            <a:cxnSpLocks/>
            <a:stCxn id="11" idx="1"/>
            <a:endCxn id="19" idx="3"/>
          </p:cNvCxnSpPr>
          <p:nvPr/>
        </p:nvCxnSpPr>
        <p:spPr>
          <a:xfrm flipH="1">
            <a:off x="14381321" y="9583828"/>
            <a:ext cx="74325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04DF8BC-BFA9-79D0-B258-BCA6AA4271D1}"/>
              </a:ext>
            </a:extLst>
          </p:cNvPr>
          <p:cNvCxnSpPr>
            <a:cxnSpLocks/>
            <a:stCxn id="8" idx="1"/>
            <a:endCxn id="17" idx="3"/>
          </p:cNvCxnSpPr>
          <p:nvPr/>
        </p:nvCxnSpPr>
        <p:spPr>
          <a:xfrm flipH="1">
            <a:off x="14381321" y="7005727"/>
            <a:ext cx="74325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87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996248A2D0E04D87B9DBB54D269DA4" ma:contentTypeVersion="18" ma:contentTypeDescription="Create a new document." ma:contentTypeScope="" ma:versionID="f22bde94a6705f7f7e236c14bc19f189">
  <xsd:schema xmlns:xsd="http://www.w3.org/2001/XMLSchema" xmlns:xs="http://www.w3.org/2001/XMLSchema" xmlns:p="http://schemas.microsoft.com/office/2006/metadata/properties" xmlns:ns2="51c7d8ad-74c8-4833-8478-0d0a5cafce0c" xmlns:ns3="6dfb7b4b-871d-4c24-9d42-16b14ecd044c" targetNamespace="http://schemas.microsoft.com/office/2006/metadata/properties" ma:root="true" ma:fieldsID="273248db29f554cba2c15e8dd349c138" ns2:_="" ns3:_="">
    <xsd:import namespace="51c7d8ad-74c8-4833-8478-0d0a5cafce0c"/>
    <xsd:import namespace="6dfb7b4b-871d-4c24-9d42-16b14ecd04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7d8ad-74c8-4833-8478-0d0a5cafc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ee60025-c679-4a62-8c04-7497c58c13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b7b4b-871d-4c24-9d42-16b14ecd044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eba7f03-0d99-448d-81e1-4bd1ef8a7665}" ma:internalName="TaxCatchAll" ma:showField="CatchAllData" ma:web="6dfb7b4b-871d-4c24-9d42-16b14ecd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fb7b4b-871d-4c24-9d42-16b14ecd044c" xsi:nil="true"/>
    <lcf76f155ced4ddcb4097134ff3c332f xmlns="51c7d8ad-74c8-4833-8478-0d0a5cafce0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F875D47-8106-485E-98E0-D60C6A98DA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2A1115-3E72-42E2-A544-7EAA53D370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7d8ad-74c8-4833-8478-0d0a5cafce0c"/>
    <ds:schemaRef ds:uri="6dfb7b4b-871d-4c24-9d42-16b14ecd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EF670CE-B0AA-4D52-AFC6-AA4BF7D46EEA}">
  <ds:schemaRefs>
    <ds:schemaRef ds:uri="http://schemas.microsoft.com/office/2006/metadata/properties"/>
    <ds:schemaRef ds:uri="http://schemas.microsoft.com/office/infopath/2007/PartnerControls"/>
    <ds:schemaRef ds:uri="6dfb7b4b-871d-4c24-9d42-16b14ecd044c"/>
    <ds:schemaRef ds:uri="51c7d8ad-74c8-4833-8478-0d0a5cafce0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7</Words>
  <Application>Microsoft Office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44</cp:revision>
  <dcterms:created xsi:type="dcterms:W3CDTF">2024-11-30T15:01:51Z</dcterms:created>
  <dcterms:modified xsi:type="dcterms:W3CDTF">2026-03-30T07:54:01Z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0x0101005B996248A2D0E04D87B9DBB54D269DA4</vt:lpwstr>
  </property>
</Properties>
</file>