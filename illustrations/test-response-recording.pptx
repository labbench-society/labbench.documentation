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67" autoAdjust="0"/>
  </p:normalViewPr>
  <p:slideViewPr>
    <p:cSldViewPr snapToGrid="0">
      <p:cViewPr varScale="1">
        <p:scale>
          <a:sx n="91" d="100"/>
          <a:sy n="91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EAD1-04F2-D0CA-48B9-463F89F62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DAB17-0A56-73E5-FFF2-12F36A18F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4F2DA-055F-345F-F0EE-1E1DF061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CB66-D35E-F2AF-816D-5804DFB0C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81DFD-48B9-7554-AABE-19C780A9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87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A6E4A-3DA4-62F9-ADD1-352444F7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5396-658B-6278-B63D-5A03045F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C9B7C-DEEB-F52D-270E-AA6E71E0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41082-2DE7-FBC2-D47A-33362832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A894-998C-C029-9BEE-89B43E00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7286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28EB-18AA-D6C5-DEFD-78E50344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CB2A5-B62C-919D-FFCE-61F068112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13644-EB5B-82E3-27DD-2FDEED9A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B6B3-75C5-CC76-AD65-4C9C7DEC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BD4C0-5EC0-FC2C-98F8-18672D48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804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12A5-B15A-79E3-E2A9-780DAAD2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09CC-2AAF-AB97-FC05-0FEE49E99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23487-8382-1BF9-53DF-07DE37819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52282-0321-C05C-DFCD-FF22B4E3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62F67-0D98-69A7-A702-358FEC4F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29195-79AD-FB96-34B2-A14B241E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3310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CB84-CB28-02E7-DB71-5DA9D8FB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6EB0E-BD0C-A9EB-1182-D0765B2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42EB1-5C07-630A-6E2F-079FB8861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C8F18-9A79-EB53-E7A4-3068D280D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7989-F6FB-DB8E-5F36-75534D840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7DA0D5-6544-7903-8DD7-DAC0743F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C5928-36F1-43DC-2381-5A4C3EE2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4A400-9318-650A-FC41-62B6D268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6418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6992-63C4-6B85-B1F9-ED142A0F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E0863-2A90-643E-380B-17676F84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D40BB-B1E0-F043-9FFE-81074258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4ACE1-35F7-8504-010C-BBF80DD0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7820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FB5C2-A427-8EBD-04BE-7F15C1A6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5BD0E-1ECA-7140-91FF-0E27D364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DF813-0067-F914-E81F-09408822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6392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2467-D5C5-7A50-87FA-797C2E1C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29E59-9508-A2A9-F667-2FA275EEF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50A8D-F629-7495-96FF-E6ACB9954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EAFD8-B25F-270B-C543-AF3096A0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3BAFA-1F84-8D86-0AC8-BDE3183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CC4BB-4E8D-F171-E85C-0289C805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039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29D0-ACEA-C9EA-1156-ACC43631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40C66-07A4-8FBE-D62A-787DAA605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8353C-BE34-8626-BF0F-537EBC812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58EA0-EFC6-5F2D-FDFA-9C98CFD3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B0115-1993-0E4B-5C77-6DD922F7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F9BFE-F5F4-23F8-042E-E6FD510B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9265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0B49-AD36-FFE7-5BC2-822C4610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BA6B9-D889-9D57-D95F-F7DAF35CA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59043-5451-CDF2-5FAA-D5830FD3C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0595B-DD7E-2CE0-0874-13A031CA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8D005-587A-F369-A601-3F5001C7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0999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BFBA27-1173-1DF9-F2D1-747787EE9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2C0AD-A6B5-7D11-4915-7862F3BEC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23641-F880-8027-10C4-11789690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3B49-FA2B-3E1F-84E7-FD845D53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C999C-9D97-4965-61F4-BE4C00E9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17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74734-D5B5-34F0-746F-C4C57B05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33639-0A6C-8617-66E5-F1B43E9D3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396F-E503-B1B2-6F93-7C5C9A759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4D6754-5EC6-489C-99C4-13243F598B17}" type="datetimeFigureOut">
              <a:rPr lang="en-DK" smtClean="0"/>
              <a:t>09/11/2025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EDD25-DB75-7B63-4DF7-7D895BE9C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CCBD-0208-321B-D4FC-92F79309E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8DBC2-45ED-4089-AB52-A7D2C59F0A2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5390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E3E4FE9-08D1-F56C-F1AB-D5A503624603}"/>
              </a:ext>
            </a:extLst>
          </p:cNvPr>
          <p:cNvSpPr txBox="1"/>
          <p:nvPr/>
        </p:nvSpPr>
        <p:spPr>
          <a:xfrm>
            <a:off x="8247227" y="1644565"/>
            <a:ext cx="289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Recorded responses</a:t>
            </a:r>
            <a:endParaRPr lang="en-DK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4AFF5B-067F-2E7C-B968-960BA9BC238B}"/>
              </a:ext>
            </a:extLst>
          </p:cNvPr>
          <p:cNvCxnSpPr>
            <a:cxnSpLocks/>
          </p:cNvCxnSpPr>
          <p:nvPr/>
        </p:nvCxnSpPr>
        <p:spPr>
          <a:xfrm flipH="1">
            <a:off x="7720979" y="1875398"/>
            <a:ext cx="526248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screenshot of a graph&#10;&#10;AI-generated content may be incorrect.">
            <a:extLst>
              <a:ext uri="{FF2B5EF4-FFF2-40B4-BE49-F238E27FC236}">
                <a16:creationId xmlns:a16="http://schemas.microsoft.com/office/drawing/2014/main" id="{8E23B128-00C1-6A07-BEF0-0383B7422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90" y="369749"/>
            <a:ext cx="7087589" cy="57443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C1E787-BAFE-1743-68A6-F7865F5620DF}"/>
              </a:ext>
            </a:extLst>
          </p:cNvPr>
          <p:cNvSpPr txBox="1"/>
          <p:nvPr/>
        </p:nvSpPr>
        <p:spPr>
          <a:xfrm>
            <a:off x="8123402" y="3882940"/>
            <a:ext cx="289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Recorded signals</a:t>
            </a:r>
            <a:endParaRPr lang="en-DK" sz="2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594B19-6755-43D0-5E61-CCF7F22BF19E}"/>
              </a:ext>
            </a:extLst>
          </p:cNvPr>
          <p:cNvCxnSpPr>
            <a:cxnSpLocks/>
          </p:cNvCxnSpPr>
          <p:nvPr/>
        </p:nvCxnSpPr>
        <p:spPr>
          <a:xfrm flipH="1">
            <a:off x="7597154" y="4113773"/>
            <a:ext cx="526248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FDA4A8-0927-E25C-0AEE-D069E9891FFD}"/>
              </a:ext>
            </a:extLst>
          </p:cNvPr>
          <p:cNvSpPr txBox="1"/>
          <p:nvPr/>
        </p:nvSpPr>
        <p:spPr>
          <a:xfrm>
            <a:off x="8247227" y="5730790"/>
            <a:ext cx="289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Event markers</a:t>
            </a:r>
            <a:endParaRPr lang="en-DK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27F4DD-E937-380A-9F71-A58139E92912}"/>
              </a:ext>
            </a:extLst>
          </p:cNvPr>
          <p:cNvCxnSpPr>
            <a:cxnSpLocks/>
          </p:cNvCxnSpPr>
          <p:nvPr/>
        </p:nvCxnSpPr>
        <p:spPr>
          <a:xfrm flipH="1">
            <a:off x="7720979" y="5961623"/>
            <a:ext cx="526248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60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black bar&#10;&#10;AI-generated content may be incorrect.">
            <a:extLst>
              <a:ext uri="{FF2B5EF4-FFF2-40B4-BE49-F238E27FC236}">
                <a16:creationId xmlns:a16="http://schemas.microsoft.com/office/drawing/2014/main" id="{2FD13BC6-3427-2CCC-7383-54B0C787B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49" y="2721352"/>
            <a:ext cx="3600000" cy="1578083"/>
          </a:xfrm>
          <a:prstGeom prst="rect">
            <a:avLst/>
          </a:prstGeom>
        </p:spPr>
      </p:pic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BBF0EAC8-48E2-00D9-D0E8-D217DF0A94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628" y="1678906"/>
            <a:ext cx="4320000" cy="35001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F0025E-1C70-67C7-2E38-22133FA57DF0}"/>
              </a:ext>
            </a:extLst>
          </p:cNvPr>
          <p:cNvSpPr/>
          <p:nvPr/>
        </p:nvSpPr>
        <p:spPr>
          <a:xfrm>
            <a:off x="576749" y="2214000"/>
            <a:ext cx="4320000" cy="243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7A4B14-F047-0B8F-C1FB-F3863BDA83A4}"/>
              </a:ext>
            </a:extLst>
          </p:cNvPr>
          <p:cNvSpPr txBox="1"/>
          <p:nvPr/>
        </p:nvSpPr>
        <p:spPr>
          <a:xfrm>
            <a:off x="1291153" y="939715"/>
            <a:ext cx="289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Subject screen</a:t>
            </a:r>
            <a:endParaRPr lang="en-DK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E001B-FB97-60B2-2869-4E05D8BC6293}"/>
              </a:ext>
            </a:extLst>
          </p:cNvPr>
          <p:cNvSpPr txBox="1"/>
          <p:nvPr/>
        </p:nvSpPr>
        <p:spPr>
          <a:xfrm>
            <a:off x="6310032" y="939715"/>
            <a:ext cx="289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Test window</a:t>
            </a:r>
            <a:endParaRPr lang="en-DK" sz="2400" dirty="0"/>
          </a:p>
        </p:txBody>
      </p:sp>
    </p:spTree>
    <p:extLst>
      <p:ext uri="{BB962C8B-B14F-4D97-AF65-F5344CB8AC3E}">
        <p14:creationId xmlns:p14="http://schemas.microsoft.com/office/powerpoint/2010/main" val="24228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black and red circles with black text&#10;&#10;AI-generated content may be incorrect.">
            <a:extLst>
              <a:ext uri="{FF2B5EF4-FFF2-40B4-BE49-F238E27FC236}">
                <a16:creationId xmlns:a16="http://schemas.microsoft.com/office/drawing/2014/main" id="{C6408B36-486E-5F4C-58F5-492E62606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49" y="3098856"/>
            <a:ext cx="3600000" cy="660287"/>
          </a:xfrm>
          <a:prstGeom prst="rect">
            <a:avLst/>
          </a:prstGeom>
        </p:spPr>
      </p:pic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F02EE125-BD42-6044-5F90-11544B3B6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628" y="1672547"/>
            <a:ext cx="4320000" cy="35129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8E1F05-428C-0B5A-00A0-C2D1C6EECDC8}"/>
              </a:ext>
            </a:extLst>
          </p:cNvPr>
          <p:cNvSpPr/>
          <p:nvPr/>
        </p:nvSpPr>
        <p:spPr>
          <a:xfrm>
            <a:off x="576749" y="2214000"/>
            <a:ext cx="4320000" cy="243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E59E2-12B6-EFBE-86E7-9A7128D1D77D}"/>
              </a:ext>
            </a:extLst>
          </p:cNvPr>
          <p:cNvSpPr txBox="1"/>
          <p:nvPr/>
        </p:nvSpPr>
        <p:spPr>
          <a:xfrm>
            <a:off x="1291153" y="939715"/>
            <a:ext cx="289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Subject screen</a:t>
            </a:r>
            <a:endParaRPr lang="en-DK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8E1A9-CF76-C58B-09FF-2DAA99412011}"/>
              </a:ext>
            </a:extLst>
          </p:cNvPr>
          <p:cNvSpPr txBox="1"/>
          <p:nvPr/>
        </p:nvSpPr>
        <p:spPr>
          <a:xfrm>
            <a:off x="6310032" y="939715"/>
            <a:ext cx="289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Test window</a:t>
            </a:r>
            <a:endParaRPr lang="en-DK" sz="2400" dirty="0"/>
          </a:p>
        </p:txBody>
      </p:sp>
    </p:spTree>
    <p:extLst>
      <p:ext uri="{BB962C8B-B14F-4D97-AF65-F5344CB8AC3E}">
        <p14:creationId xmlns:p14="http://schemas.microsoft.com/office/powerpoint/2010/main" val="233787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black button with black text&#10;&#10;AI-generated content may be incorrect.">
            <a:extLst>
              <a:ext uri="{FF2B5EF4-FFF2-40B4-BE49-F238E27FC236}">
                <a16:creationId xmlns:a16="http://schemas.microsoft.com/office/drawing/2014/main" id="{FA72F89F-AD5A-ECE5-A666-3D4B7F2BA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49" y="3099229"/>
            <a:ext cx="3600000" cy="518447"/>
          </a:xfrm>
          <a:prstGeom prst="rect">
            <a:avLst/>
          </a:prstGeom>
        </p:spPr>
      </p:pic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C8C7E694-E274-72F4-CEB0-436C5F3E7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628" y="1606162"/>
            <a:ext cx="4320000" cy="35045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F54842-37B9-F8AC-CE3E-9D49DA4825AC}"/>
              </a:ext>
            </a:extLst>
          </p:cNvPr>
          <p:cNvSpPr/>
          <p:nvPr/>
        </p:nvSpPr>
        <p:spPr>
          <a:xfrm>
            <a:off x="576749" y="2214000"/>
            <a:ext cx="4320000" cy="243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04B38-40C7-B292-B4FB-8D5CFD49194F}"/>
              </a:ext>
            </a:extLst>
          </p:cNvPr>
          <p:cNvSpPr txBox="1"/>
          <p:nvPr/>
        </p:nvSpPr>
        <p:spPr>
          <a:xfrm>
            <a:off x="1291153" y="939715"/>
            <a:ext cx="289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Subject screen</a:t>
            </a:r>
            <a:endParaRPr lang="en-DK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F1B7F-203E-C62C-77F7-D65274E3080A}"/>
              </a:ext>
            </a:extLst>
          </p:cNvPr>
          <p:cNvSpPr txBox="1"/>
          <p:nvPr/>
        </p:nvSpPr>
        <p:spPr>
          <a:xfrm>
            <a:off x="6310032" y="939715"/>
            <a:ext cx="289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Test window</a:t>
            </a:r>
            <a:endParaRPr lang="en-DK" sz="2400" dirty="0"/>
          </a:p>
        </p:txBody>
      </p:sp>
    </p:spTree>
    <p:extLst>
      <p:ext uri="{BB962C8B-B14F-4D97-AF65-F5344CB8AC3E}">
        <p14:creationId xmlns:p14="http://schemas.microsoft.com/office/powerpoint/2010/main" val="1324649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5337535-962B-4DA1-D76F-ED5A0C625335}"/>
              </a:ext>
            </a:extLst>
          </p:cNvPr>
          <p:cNvGrpSpPr/>
          <p:nvPr/>
        </p:nvGrpSpPr>
        <p:grpSpPr>
          <a:xfrm>
            <a:off x="3971360" y="1014902"/>
            <a:ext cx="4249280" cy="1877731"/>
            <a:chOff x="828110" y="623234"/>
            <a:chExt cx="4249280" cy="187773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66CE9B5-6654-0028-EB19-A9560AEFE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110" y="623234"/>
              <a:ext cx="4249280" cy="187773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667107-A17C-E448-2295-3E4EB848137A}"/>
                </a:ext>
              </a:extLst>
            </p:cNvPr>
            <p:cNvSpPr/>
            <p:nvPr/>
          </p:nvSpPr>
          <p:spPr>
            <a:xfrm>
              <a:off x="1066800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237C17-F1BF-691B-310E-0900180C25C0}"/>
                </a:ext>
              </a:extLst>
            </p:cNvPr>
            <p:cNvSpPr/>
            <p:nvPr/>
          </p:nvSpPr>
          <p:spPr>
            <a:xfrm>
              <a:off x="2019300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6E0BC2-F226-4E64-9390-3B448C049B5B}"/>
                </a:ext>
              </a:extLst>
            </p:cNvPr>
            <p:cNvSpPr/>
            <p:nvPr/>
          </p:nvSpPr>
          <p:spPr>
            <a:xfrm>
              <a:off x="2781300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20AA74-B526-EC35-ECFC-20C1AE51648C}"/>
                </a:ext>
              </a:extLst>
            </p:cNvPr>
            <p:cNvSpPr/>
            <p:nvPr/>
          </p:nvSpPr>
          <p:spPr>
            <a:xfrm>
              <a:off x="3105432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D3CBF5-467C-B3CA-84B0-C9671CA0FECA}"/>
                </a:ext>
              </a:extLst>
            </p:cNvPr>
            <p:cNvSpPr/>
            <p:nvPr/>
          </p:nvSpPr>
          <p:spPr>
            <a:xfrm>
              <a:off x="3490912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B7AE9D-1960-0896-E1A5-188AC77A97EB}"/>
                </a:ext>
              </a:extLst>
            </p:cNvPr>
            <p:cNvSpPr/>
            <p:nvPr/>
          </p:nvSpPr>
          <p:spPr>
            <a:xfrm>
              <a:off x="3803421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D70A62-3DD8-A42D-AB30-D0E9639D93E6}"/>
                </a:ext>
              </a:extLst>
            </p:cNvPr>
            <p:cNvSpPr/>
            <p:nvPr/>
          </p:nvSpPr>
          <p:spPr>
            <a:xfrm>
              <a:off x="4258522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2576C61-ECEA-D2E9-CAE0-6B14589458FB}"/>
                </a:ext>
              </a:extLst>
            </p:cNvPr>
            <p:cNvSpPr/>
            <p:nvPr/>
          </p:nvSpPr>
          <p:spPr>
            <a:xfrm>
              <a:off x="4734489" y="2386665"/>
              <a:ext cx="104775" cy="104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61002EE-C041-5783-53F3-225A907FBF81}"/>
              </a:ext>
            </a:extLst>
          </p:cNvPr>
          <p:cNvGrpSpPr/>
          <p:nvPr/>
        </p:nvGrpSpPr>
        <p:grpSpPr>
          <a:xfrm>
            <a:off x="671759" y="2785880"/>
            <a:ext cx="2749534" cy="1676545"/>
            <a:chOff x="469970" y="4181402"/>
            <a:chExt cx="2749534" cy="16765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78358E4-23D8-3D73-8E6F-9D134199D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970" y="4181402"/>
              <a:ext cx="2749534" cy="167654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3DD7C6-1DE1-5F99-EE36-B256EAB78CA8}"/>
                </a:ext>
              </a:extLst>
            </p:cNvPr>
            <p:cNvSpPr/>
            <p:nvPr/>
          </p:nvSpPr>
          <p:spPr>
            <a:xfrm>
              <a:off x="3123247" y="432326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726B00-3E77-7DBC-AA54-316529F64C10}"/>
                </a:ext>
              </a:extLst>
            </p:cNvPr>
            <p:cNvSpPr/>
            <p:nvPr/>
          </p:nvSpPr>
          <p:spPr>
            <a:xfrm>
              <a:off x="3123247" y="4566511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BDA034-BB54-A514-DDF4-EFA1F7ED4879}"/>
                </a:ext>
              </a:extLst>
            </p:cNvPr>
            <p:cNvSpPr/>
            <p:nvPr/>
          </p:nvSpPr>
          <p:spPr>
            <a:xfrm>
              <a:off x="3123247" y="4803626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81CCB2C-600C-8C64-AB2D-5F910333422A}"/>
                </a:ext>
              </a:extLst>
            </p:cNvPr>
            <p:cNvSpPr/>
            <p:nvPr/>
          </p:nvSpPr>
          <p:spPr>
            <a:xfrm>
              <a:off x="3123247" y="5018295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47D51A-5127-1F04-E45A-2B04EAE34FA5}"/>
                </a:ext>
              </a:extLst>
            </p:cNvPr>
            <p:cNvSpPr/>
            <p:nvPr/>
          </p:nvSpPr>
          <p:spPr>
            <a:xfrm>
              <a:off x="3123247" y="5508179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A21784-3A62-6477-16BF-CEFD0502DBE6}"/>
              </a:ext>
            </a:extLst>
          </p:cNvPr>
          <p:cNvGrpSpPr/>
          <p:nvPr/>
        </p:nvGrpSpPr>
        <p:grpSpPr>
          <a:xfrm>
            <a:off x="8719841" y="1240474"/>
            <a:ext cx="1688738" cy="1652159"/>
            <a:chOff x="7036583" y="2686048"/>
            <a:chExt cx="1688738" cy="165215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CA2685B-DEB8-D703-54F7-9E50BF98D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36583" y="2686048"/>
              <a:ext cx="1688738" cy="1652159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689F05-8470-CEF9-EF91-FEBEFD75159E}"/>
                </a:ext>
              </a:extLst>
            </p:cNvPr>
            <p:cNvSpPr/>
            <p:nvPr/>
          </p:nvSpPr>
          <p:spPr>
            <a:xfrm>
              <a:off x="7838089" y="423181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4A91F73-498C-3B19-CDC7-5FC288EDE301}"/>
              </a:ext>
            </a:extLst>
          </p:cNvPr>
          <p:cNvGrpSpPr/>
          <p:nvPr/>
        </p:nvGrpSpPr>
        <p:grpSpPr>
          <a:xfrm>
            <a:off x="8720412" y="3341632"/>
            <a:ext cx="1973370" cy="1732549"/>
            <a:chOff x="5364220" y="351033"/>
            <a:chExt cx="1973370" cy="173254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451FA48-5CA0-DA74-5D13-3E9DC33E6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70434" y="1091938"/>
              <a:ext cx="1167455" cy="279258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DBB6523-0618-8E4A-0EB4-4379C380F705}"/>
                </a:ext>
              </a:extLst>
            </p:cNvPr>
            <p:cNvGrpSpPr/>
            <p:nvPr/>
          </p:nvGrpSpPr>
          <p:grpSpPr>
            <a:xfrm>
              <a:off x="5364220" y="351033"/>
              <a:ext cx="1973370" cy="1732549"/>
              <a:chOff x="5910261" y="504238"/>
              <a:chExt cx="1973370" cy="1732549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0CFC0D-080E-BB74-566A-04ACFE117849}"/>
                  </a:ext>
                </a:extLst>
              </p:cNvPr>
              <p:cNvSpPr txBox="1"/>
              <p:nvPr/>
            </p:nvSpPr>
            <p:spPr>
              <a:xfrm>
                <a:off x="5910261" y="504238"/>
                <a:ext cx="16670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LabBench DISPLAY</a:t>
                </a:r>
                <a:endParaRPr lang="en-DK" sz="1400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8F2784A-B52C-111C-DA4A-0826EAB6D946}"/>
                  </a:ext>
                </a:extLst>
              </p:cNvPr>
              <p:cNvSpPr/>
              <p:nvPr/>
            </p:nvSpPr>
            <p:spPr>
              <a:xfrm>
                <a:off x="5916775" y="504239"/>
                <a:ext cx="1966856" cy="1732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DB59FBC7-B01F-EB52-0E72-257BF816F5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35" t="13275" r="7301" b="13277"/>
              <a:stretch/>
            </p:blipFill>
            <p:spPr>
              <a:xfrm>
                <a:off x="6007171" y="798114"/>
                <a:ext cx="1786064" cy="1347788"/>
              </a:xfrm>
              <a:prstGeom prst="rect">
                <a:avLst/>
              </a:prstGeom>
            </p:spPr>
          </p:pic>
        </p:grp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470E731-C56B-0A0D-2AEF-6ECB8E0DDD73}"/>
              </a:ext>
            </a:extLst>
          </p:cNvPr>
          <p:cNvCxnSpPr>
            <a:stCxn id="18" idx="3"/>
          </p:cNvCxnSpPr>
          <p:nvPr/>
        </p:nvCxnSpPr>
        <p:spPr>
          <a:xfrm>
            <a:off x="3410761" y="4160282"/>
            <a:ext cx="5192981" cy="476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8B3189F-ECB0-9F46-9EF6-92A8B0C3E4A5}"/>
              </a:ext>
            </a:extLst>
          </p:cNvPr>
          <p:cNvCxnSpPr>
            <a:stCxn id="17" idx="3"/>
            <a:endCxn id="4" idx="2"/>
          </p:cNvCxnSpPr>
          <p:nvPr/>
        </p:nvCxnSpPr>
        <p:spPr>
          <a:xfrm flipV="1">
            <a:off x="3410761" y="2883108"/>
            <a:ext cx="851677" cy="787290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DF2514FA-39EA-19BC-A474-4E425B674AAF}"/>
              </a:ext>
            </a:extLst>
          </p:cNvPr>
          <p:cNvCxnSpPr>
            <a:stCxn id="21" idx="2"/>
            <a:endCxn id="10" idx="2"/>
          </p:cNvCxnSpPr>
          <p:nvPr/>
        </p:nvCxnSpPr>
        <p:spPr>
          <a:xfrm rot="5400000">
            <a:off x="8508378" y="1827275"/>
            <a:ext cx="1615" cy="2110050"/>
          </a:xfrm>
          <a:prstGeom prst="bentConnector3">
            <a:avLst>
              <a:gd name="adj1" fmla="val 14254799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92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69597D-F047-A829-11BE-DF5FC18836BA}"/>
              </a:ext>
            </a:extLst>
          </p:cNvPr>
          <p:cNvGrpSpPr/>
          <p:nvPr/>
        </p:nvGrpSpPr>
        <p:grpSpPr>
          <a:xfrm>
            <a:off x="2258820" y="2917935"/>
            <a:ext cx="2749534" cy="1676545"/>
            <a:chOff x="469970" y="4181402"/>
            <a:chExt cx="2749534" cy="16765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6A3E85-4FC0-8366-0A32-D41642734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970" y="4181402"/>
              <a:ext cx="2749534" cy="16765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F899A4-2928-B53E-84DD-6D3F5F7B738C}"/>
                </a:ext>
              </a:extLst>
            </p:cNvPr>
            <p:cNvSpPr/>
            <p:nvPr/>
          </p:nvSpPr>
          <p:spPr>
            <a:xfrm>
              <a:off x="3123247" y="432326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3F5FA7-3B9F-42C2-8D48-325AFC513170}"/>
                </a:ext>
              </a:extLst>
            </p:cNvPr>
            <p:cNvSpPr/>
            <p:nvPr/>
          </p:nvSpPr>
          <p:spPr>
            <a:xfrm>
              <a:off x="3123247" y="4566511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1BCDF6-D034-AB3E-74A9-3A46B5C77B0D}"/>
                </a:ext>
              </a:extLst>
            </p:cNvPr>
            <p:cNvSpPr/>
            <p:nvPr/>
          </p:nvSpPr>
          <p:spPr>
            <a:xfrm>
              <a:off x="3123247" y="4803626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26221E-FFA8-2B37-9095-DE82E0D253F9}"/>
                </a:ext>
              </a:extLst>
            </p:cNvPr>
            <p:cNvSpPr/>
            <p:nvPr/>
          </p:nvSpPr>
          <p:spPr>
            <a:xfrm>
              <a:off x="3123247" y="5018295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19F0D51-74C2-A79B-71F2-DC5775D3F62B}"/>
                </a:ext>
              </a:extLst>
            </p:cNvPr>
            <p:cNvSpPr/>
            <p:nvPr/>
          </p:nvSpPr>
          <p:spPr>
            <a:xfrm>
              <a:off x="3123247" y="5508179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467B8C-FB06-E0A9-B11C-FFB1ADD50E93}"/>
              </a:ext>
            </a:extLst>
          </p:cNvPr>
          <p:cNvGrpSpPr/>
          <p:nvPr/>
        </p:nvGrpSpPr>
        <p:grpSpPr>
          <a:xfrm>
            <a:off x="6275963" y="3414063"/>
            <a:ext cx="1973370" cy="1732549"/>
            <a:chOff x="5364220" y="351033"/>
            <a:chExt cx="1973370" cy="173254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1A761A1-27DE-8A22-A819-05835791C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0434" y="1091938"/>
              <a:ext cx="1167455" cy="279258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11CB86C-991A-D24B-0C5C-C604EDCFAD38}"/>
                </a:ext>
              </a:extLst>
            </p:cNvPr>
            <p:cNvGrpSpPr/>
            <p:nvPr/>
          </p:nvGrpSpPr>
          <p:grpSpPr>
            <a:xfrm>
              <a:off x="5364220" y="351033"/>
              <a:ext cx="1973370" cy="1732549"/>
              <a:chOff x="5910261" y="504238"/>
              <a:chExt cx="1973370" cy="173254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579EBB-DE9C-3020-D38F-994625FE7C31}"/>
                  </a:ext>
                </a:extLst>
              </p:cNvPr>
              <p:cNvSpPr txBox="1"/>
              <p:nvPr/>
            </p:nvSpPr>
            <p:spPr>
              <a:xfrm>
                <a:off x="5910261" y="504238"/>
                <a:ext cx="16670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LabBench DISPLAY</a:t>
                </a:r>
                <a:endParaRPr lang="en-DK" sz="1400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E1415AD-DFC3-78BF-F06D-98988ED98B89}"/>
                  </a:ext>
                </a:extLst>
              </p:cNvPr>
              <p:cNvSpPr/>
              <p:nvPr/>
            </p:nvSpPr>
            <p:spPr>
              <a:xfrm>
                <a:off x="5916775" y="504239"/>
                <a:ext cx="1966856" cy="1732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C0CE7FE-BE6E-A72F-E9E8-6576638B67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35" t="13275" r="7301" b="13277"/>
              <a:stretch/>
            </p:blipFill>
            <p:spPr>
              <a:xfrm>
                <a:off x="6007171" y="798114"/>
                <a:ext cx="1786064" cy="1347788"/>
              </a:xfrm>
              <a:prstGeom prst="rect">
                <a:avLst/>
              </a:prstGeom>
            </p:spPr>
          </p:pic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9DB77FA-5C5E-5E50-6495-C514DC106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963" y="1137009"/>
            <a:ext cx="2005758" cy="151803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E9FA1A-E65F-895D-9525-810C3BE62546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4997822" y="4280338"/>
            <a:ext cx="1284655" cy="1199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51EBCD8-06C7-658B-79D4-59104E11651C}"/>
              </a:ext>
            </a:extLst>
          </p:cNvPr>
          <p:cNvCxnSpPr>
            <a:stCxn id="4" idx="3"/>
            <a:endCxn id="15" idx="2"/>
          </p:cNvCxnSpPr>
          <p:nvPr/>
        </p:nvCxnSpPr>
        <p:spPr>
          <a:xfrm flipV="1">
            <a:off x="4997822" y="2655045"/>
            <a:ext cx="2281020" cy="452380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197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22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5</cp:revision>
  <dcterms:created xsi:type="dcterms:W3CDTF">2025-11-01T07:30:55Z</dcterms:created>
  <dcterms:modified xsi:type="dcterms:W3CDTF">2025-11-09T09:23:13Z</dcterms:modified>
</cp:coreProperties>
</file>