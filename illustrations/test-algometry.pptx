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7" r:id="rId2"/>
    <p:sldId id="259" r:id="rId3"/>
    <p:sldId id="258" r:id="rId4"/>
    <p:sldId id="273" r:id="rId5"/>
    <p:sldId id="260" r:id="rId6"/>
    <p:sldId id="261" r:id="rId7"/>
    <p:sldId id="264" r:id="rId8"/>
    <p:sldId id="262" r:id="rId9"/>
    <p:sldId id="263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414" autoAdjust="0"/>
  </p:normalViewPr>
  <p:slideViewPr>
    <p:cSldViewPr snapToGrid="0">
      <p:cViewPr varScale="1">
        <p:scale>
          <a:sx n="92" d="100"/>
          <a:sy n="92" d="100"/>
        </p:scale>
        <p:origin x="127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A7CFDC-5DBA-412F-B3B8-3C42F76309A0}" type="datetimeFigureOut">
              <a:rPr lang="en-DK" smtClean="0"/>
              <a:t>29/11/2025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40FA34-EF5F-4A31-AAB0-55E03B625DB3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2506547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Stimulus Response: </a:t>
            </a:r>
            <a:r>
              <a:rPr lang="en-GB" dirty="0"/>
              <a:t>Illustration of the test UI</a:t>
            </a:r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40FA34-EF5F-4A31-AAB0-55E03B625DB3}" type="slidenum">
              <a:rPr lang="en-DK" smtClean="0"/>
              <a:t>1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713945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SR Test</a:t>
            </a:r>
            <a:endParaRPr lang="en-DK" dirty="0"/>
          </a:p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40FA34-EF5F-4A31-AAB0-55E03B625DB3}" type="slidenum">
              <a:rPr lang="en-DK" smtClean="0"/>
              <a:t>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0635228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SR Test</a:t>
            </a:r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40FA34-EF5F-4A31-AAB0-55E03B625DB3}" type="slidenum">
              <a:rPr lang="en-DK" smtClean="0"/>
              <a:t>3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1715094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10E01-842F-8C2C-012D-49AC15AA8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1F204B-AD41-B745-4396-DF05282046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02FFEF-C138-C36C-4CDF-05A4E4DF89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Stimulus Response: Externally Conditioned</a:t>
            </a:r>
            <a:endParaRPr lang="en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516609-6F12-5C9B-8F94-8A65178BDF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40FA34-EF5F-4A31-AAB0-55E03B625DB3}" type="slidenum">
              <a:rPr lang="en-DK" smtClean="0"/>
              <a:t>4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802851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CPM Test: UI used in the test</a:t>
            </a:r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40FA34-EF5F-4A31-AAB0-55E03B625DB3}" type="slidenum">
              <a:rPr lang="en-DK" smtClean="0"/>
              <a:t>5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4534543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9E3A6-5275-57A4-7603-317439430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85A40F-800E-DED1-6CC6-BBB5F6723B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F1B0BA-0860-FCC6-167D-DF08FD0534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CPM Test</a:t>
            </a:r>
            <a:endParaRPr lang="en-DK" dirty="0"/>
          </a:p>
          <a:p>
            <a:endParaRPr lang="en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BAE594-66C7-675D-D19A-B7AB3907A5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40FA34-EF5F-4A31-AAB0-55E03B625DB3}" type="slidenum">
              <a:rPr lang="en-DK" smtClean="0"/>
              <a:t>6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7444089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CPM: Options for Conditioning stimulation</a:t>
            </a:r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40FA34-EF5F-4A31-AAB0-55E03B625DB3}" type="slidenum">
              <a:rPr lang="en-DK" smtClean="0"/>
              <a:t>7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9201560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75D26-7260-B250-0183-B7F29F1BE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E11E0C-BCA2-B1F8-C31C-92D626B6BF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6341AE-6AD9-2316-630C-5B7D7A5233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Temporal summation: UI used in the test</a:t>
            </a:r>
            <a:endParaRPr lang="en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47AF9A-480C-17C1-C155-53A892F649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40FA34-EF5F-4A31-AAB0-55E03B625DB3}" type="slidenum">
              <a:rPr lang="en-DK" smtClean="0"/>
              <a:t>8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5934218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4A0B3-C747-A6F5-FF44-BF68B6179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868161-D586-63EA-F373-2A491D96D1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DDC8FC-60AA-0650-88C7-E7F42413C4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SR Test</a:t>
            </a:r>
            <a:endParaRPr lang="en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8B4B63-122F-C837-3027-E1D3B1EAB2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40FA34-EF5F-4A31-AAB0-55E03B625DB3}" type="slidenum">
              <a:rPr lang="en-DK" smtClean="0"/>
              <a:t>9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879055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81E56-1442-F0C7-AB6F-602CDB37E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4DC734-AE32-BA77-8672-B1AF9EDCC1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441927-B56A-0E27-D1B2-9F0601B4B4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Static Temporal Summation: UI used in the test</a:t>
            </a:r>
            <a:endParaRPr lang="en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9C3B4F-C1FD-FF65-6C20-ABF0453ADE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40FA34-EF5F-4A31-AAB0-55E03B625DB3}" type="slidenum">
              <a:rPr lang="en-DK" smtClean="0"/>
              <a:t>10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991605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C4DC0-91E3-9E1F-CBC1-B139DC957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05EA6A-8D37-023A-885C-0D710580CB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5BC497-4270-1FD7-665D-77563956E9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Arbitrary: UI used in the test</a:t>
            </a:r>
            <a:endParaRPr lang="en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12756E-F783-80CE-069B-78C8370450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40FA34-EF5F-4A31-AAB0-55E03B625DB3}" type="slidenum">
              <a:rPr lang="en-DK" smtClean="0"/>
              <a:t>11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8821339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DF022-2B19-1AF2-A869-515D6020F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3F713F-2C7D-8B15-3E6C-03EFA4E74C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6E6E0B-4ADF-1E36-E7DF-FD90BF8B8A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Arbitrary: Stimulus Rating</a:t>
            </a:r>
            <a:endParaRPr lang="en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B7057A-48F4-BDC5-D3C1-369E8E6FC7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40FA34-EF5F-4A31-AAB0-55E03B625DB3}" type="slidenum">
              <a:rPr lang="en-DK" smtClean="0"/>
              <a:t>12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8409918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D71F9-80E3-C54D-6E79-6E537BA2A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029B15-528E-63F1-9E93-62DE2E1FAC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DF5E09-A97D-0470-5E60-D70897E469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Stimulus Rating: Threshold Determinations</a:t>
            </a:r>
            <a:endParaRPr lang="en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A41064-76F7-1A9D-6F04-9F07BB9C02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40FA34-EF5F-4A31-AAB0-55E03B625DB3}" type="slidenum">
              <a:rPr lang="en-DK" smtClean="0"/>
              <a:t>13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581928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72FAF-C30A-7D8B-BEB5-CBEB6CEAA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D06741-78B7-5340-650E-68D799BAFB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2499CB-A48C-41EB-682F-FE2F9C751A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Stimulus Rating: Externally Conditioned</a:t>
            </a:r>
            <a:endParaRPr lang="en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E01A3D-E28D-16D7-CDA1-D33B1F88D8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40FA34-EF5F-4A31-AAB0-55E03B625DB3}" type="slidenum">
              <a:rPr lang="en-DK" smtClean="0"/>
              <a:t>14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2437298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D2D08-2E72-C489-C7D2-D3ED6F7EB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1EBFE6-3F41-1EC8-D505-76E67F607F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91CF86-AEF1-C844-D85F-CC8EE2855B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Conditioned Pain Rating: Stimulus Rating</a:t>
            </a:r>
            <a:endParaRPr lang="en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6E1F8B-12B0-F7AF-2336-4F12BD96AC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40FA34-EF5F-4A31-AAB0-55E03B625DB3}" type="slidenum">
              <a:rPr lang="en-DK" smtClean="0"/>
              <a:t>15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2417081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BD21B-7D9F-E0F8-219A-52DDCEF8B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F3D335-DCE3-4ED7-1C21-A893C155C7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D1E607-816A-862C-33FD-6E0C9CFB38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CPM Rating: Options for Conditioning stimulation</a:t>
            </a:r>
            <a:endParaRPr lang="en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92C377-68BE-BD00-336E-C7E17B47C2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40FA34-EF5F-4A31-AAB0-55E03B625DB3}" type="slidenum">
              <a:rPr lang="en-DK" smtClean="0"/>
              <a:t>16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0316538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5EAD1-04F2-D0CA-48B9-463F89F62C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9DAB17-0A56-73E5-FFF2-12F36A18F3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44F2DA-055F-345F-F0EE-1E1DF0612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D6754-5EC6-489C-99C4-13243F598B17}" type="datetimeFigureOut">
              <a:rPr lang="en-DK" smtClean="0"/>
              <a:t>29/11/2025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1DCB66-D35E-F2AF-816D-5804DFB0C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181DFD-48B9-7554-AABE-19C780A9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8DBC2-45ED-4089-AB52-A7D2C59F0A2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18877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A6E4A-3DA4-62F9-ADD1-352444F74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75396-658B-6278-B63D-5A03045F9A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EC9B7C-DEEB-F52D-270E-AA6E71E00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D6754-5EC6-489C-99C4-13243F598B17}" type="datetimeFigureOut">
              <a:rPr lang="en-DK" smtClean="0"/>
              <a:t>29/11/2025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941082-2DE7-FBC2-D47A-33362832A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11A894-998C-C029-9BEE-89B43E002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8DBC2-45ED-4089-AB52-A7D2C59F0A2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872869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E28EB-18AA-D6C5-DEFD-78E50344C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4CB2A5-B62C-919D-FFCE-61F0681127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913644-EB5B-82E3-27DD-2FDEED9AF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D6754-5EC6-489C-99C4-13243F598B17}" type="datetimeFigureOut">
              <a:rPr lang="en-DK" smtClean="0"/>
              <a:t>29/11/2025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93B6B3-75C5-CC76-AD65-4C9C7DEC2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7BD4C0-5EC0-FC2C-98F8-18672D484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8DBC2-45ED-4089-AB52-A7D2C59F0A2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480423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C12A5-B15A-79E3-E2A9-780DAAD22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709CC-2AAF-AB97-FC05-0FEE49E99B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A23487-8382-1BF9-53DF-07DE378193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52282-0321-C05C-DFCD-FF22B4E34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D6754-5EC6-489C-99C4-13243F598B17}" type="datetimeFigureOut">
              <a:rPr lang="en-DK" smtClean="0"/>
              <a:t>29/11/2025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562F67-0D98-69A7-A702-358FEC4F8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29195-79AD-FB96-34B2-A14B241E7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8DBC2-45ED-4089-AB52-A7D2C59F0A2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933105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FCB84-CB28-02E7-DB71-5DA9D8FBB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26EB0E-BD0C-A9EB-1182-D0765B2C92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442EB1-5C07-630A-6E2F-079FB88612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4C8F18-9A79-EB53-E7A4-3068D280D8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FA7989-F6FB-DB8E-5F36-75534D8402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7DA0D5-6544-7903-8DD7-DAC0743FD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D6754-5EC6-489C-99C4-13243F598B17}" type="datetimeFigureOut">
              <a:rPr lang="en-DK" smtClean="0"/>
              <a:t>29/11/2025</a:t>
            </a:fld>
            <a:endParaRPr lang="en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CC5928-36F1-43DC-2381-5A4C3EE2E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B4A400-9318-650A-FC41-62B6D268E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8DBC2-45ED-4089-AB52-A7D2C59F0A2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264188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96992-63C4-6B85-B1F9-ED142A0F9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4E0863-2A90-643E-380B-17676F842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D6754-5EC6-489C-99C4-13243F598B17}" type="datetimeFigureOut">
              <a:rPr lang="en-DK" smtClean="0"/>
              <a:t>29/11/2025</a:t>
            </a:fld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6D40BB-B1E0-F043-9FFE-810742581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74ACE1-35F7-8504-010C-BBF80DD07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8DBC2-45ED-4089-AB52-A7D2C59F0A2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178203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BFB5C2-A427-8EBD-04BE-7F15C1A69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D6754-5EC6-489C-99C4-13243F598B17}" type="datetimeFigureOut">
              <a:rPr lang="en-DK" smtClean="0"/>
              <a:t>29/11/2025</a:t>
            </a:fld>
            <a:endParaRPr lang="en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65BD0E-1ECA-7140-91FF-0E27D364B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CDF813-0067-F914-E81F-094088223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8DBC2-45ED-4089-AB52-A7D2C59F0A2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363925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02467-D5C5-7A50-87FA-797C2E1C6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29E59-9508-A2A9-F667-2FA275EEF1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550A8D-F629-7495-96FF-E6ACB9954E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FEAFD8-B25F-270B-C543-AF3096A0F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D6754-5EC6-489C-99C4-13243F598B17}" type="datetimeFigureOut">
              <a:rPr lang="en-DK" smtClean="0"/>
              <a:t>29/11/2025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F3BAFA-1F84-8D86-0AC8-BDE3183AD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CCC4BB-4E8D-F171-E85C-0289C8050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8DBC2-45ED-4089-AB52-A7D2C59F0A2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640391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B29D0-ACEA-C9EA-1156-ACC436318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040C66-07A4-8FBE-D62A-787DAA6059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68353C-BE34-8626-BF0F-537EBC8120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E58EA0-EFC6-5F2D-FDFA-9C98CFD35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D6754-5EC6-489C-99C4-13243F598B17}" type="datetimeFigureOut">
              <a:rPr lang="en-DK" smtClean="0"/>
              <a:t>29/11/2025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BB0115-1993-0E4B-5C77-6DD922F77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EF9BFE-F5F4-23F8-042E-E6FD510BE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8DBC2-45ED-4089-AB52-A7D2C59F0A2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9265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E0B49-AD36-FFE7-5BC2-822C46102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BBA6B9-D889-9D57-D95F-F7DAF35CA7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859043-5451-CDF2-5FAA-D5830FD3C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D6754-5EC6-489C-99C4-13243F598B17}" type="datetimeFigureOut">
              <a:rPr lang="en-DK" smtClean="0"/>
              <a:t>29/11/2025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90595B-DD7E-2CE0-0874-13A031CAB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18D005-587A-F369-A601-3F5001C79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8DBC2-45ED-4089-AB52-A7D2C59F0A2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009992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BFBA27-1173-1DF9-F2D1-747787EE95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C2C0AD-A6B5-7D11-4915-7862F3BEC4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B23641-F880-8027-10C4-11789690C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D6754-5EC6-489C-99C4-13243F598B17}" type="datetimeFigureOut">
              <a:rPr lang="en-DK" smtClean="0"/>
              <a:t>29/11/2025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013B49-FA2B-3E1F-84E7-FD845D538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EC999C-9D97-4965-61F4-BE4C00E92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8DBC2-45ED-4089-AB52-A7D2C59F0A2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7173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F74734-D5B5-34F0-746F-C4C57B055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D33639-0A6C-8617-66E5-F1B43E9D38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F2396F-E503-B1B2-6F93-7C5C9A7597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4D6754-5EC6-489C-99C4-13243F598B17}" type="datetimeFigureOut">
              <a:rPr lang="en-DK" smtClean="0"/>
              <a:t>29/11/2025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FEDD25-DB75-7B63-4DF7-7D895BE9C3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0CCBD-0208-321B-D4FC-92F79309EE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98DBC2-45ED-4089-AB52-A7D2C59F0A2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853903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82784990-64AE-93ED-BEA6-79DCA88CAEB0}"/>
              </a:ext>
            </a:extLst>
          </p:cNvPr>
          <p:cNvGrpSpPr/>
          <p:nvPr/>
        </p:nvGrpSpPr>
        <p:grpSpPr>
          <a:xfrm>
            <a:off x="2274492" y="2039213"/>
            <a:ext cx="6163535" cy="3724795"/>
            <a:chOff x="1750510" y="1566602"/>
            <a:chExt cx="6163535" cy="3724795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BFA1A035-BD50-CE33-4266-7932E654A7F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50510" y="1566602"/>
              <a:ext cx="6163535" cy="3724795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57D56B6-AEA1-438E-5D53-1B82F7FF3BA5}"/>
                </a:ext>
              </a:extLst>
            </p:cNvPr>
            <p:cNvSpPr/>
            <p:nvPr/>
          </p:nvSpPr>
          <p:spPr>
            <a:xfrm>
              <a:off x="2568539" y="1805425"/>
              <a:ext cx="133564" cy="13356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80D6159D-3D8B-7F53-4A4C-35100DD2ACE2}"/>
              </a:ext>
            </a:extLst>
          </p:cNvPr>
          <p:cNvSpPr/>
          <p:nvPr/>
        </p:nvSpPr>
        <p:spPr>
          <a:xfrm>
            <a:off x="2274491" y="2039213"/>
            <a:ext cx="6163535" cy="1741677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195D0E-E93C-C892-540B-0F7B340CBDBF}"/>
              </a:ext>
            </a:extLst>
          </p:cNvPr>
          <p:cNvSpPr/>
          <p:nvPr/>
        </p:nvSpPr>
        <p:spPr>
          <a:xfrm>
            <a:off x="2274490" y="3780890"/>
            <a:ext cx="6163535" cy="1983118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B9237B8-CC0D-E6FC-7AA7-49A31D960826}"/>
              </a:ext>
            </a:extLst>
          </p:cNvPr>
          <p:cNvCxnSpPr>
            <a:cxnSpLocks/>
          </p:cNvCxnSpPr>
          <p:nvPr/>
        </p:nvCxnSpPr>
        <p:spPr>
          <a:xfrm flipH="1">
            <a:off x="8438025" y="4772448"/>
            <a:ext cx="450262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78B30E6-1DD2-80C9-9023-456FECD18B5B}"/>
              </a:ext>
            </a:extLst>
          </p:cNvPr>
          <p:cNvCxnSpPr>
            <a:cxnSpLocks/>
          </p:cNvCxnSpPr>
          <p:nvPr/>
        </p:nvCxnSpPr>
        <p:spPr>
          <a:xfrm flipH="1">
            <a:off x="8438025" y="2910051"/>
            <a:ext cx="450262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997516E-9011-526E-E894-56BCA8FA9397}"/>
              </a:ext>
            </a:extLst>
          </p:cNvPr>
          <p:cNvSpPr txBox="1"/>
          <p:nvPr/>
        </p:nvSpPr>
        <p:spPr>
          <a:xfrm>
            <a:off x="8888287" y="4618559"/>
            <a:ext cx="28911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Psychophysical ratings</a:t>
            </a:r>
            <a:endParaRPr lang="en-DK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D0A1E1-2EE7-9FEE-60B3-1827031B40BB}"/>
              </a:ext>
            </a:extLst>
          </p:cNvPr>
          <p:cNvSpPr txBox="1"/>
          <p:nvPr/>
        </p:nvSpPr>
        <p:spPr>
          <a:xfrm>
            <a:off x="8888287" y="2756162"/>
            <a:ext cx="28911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Applied pressure</a:t>
            </a:r>
            <a:endParaRPr lang="en-DK" sz="1400" dirty="0"/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579617B6-5BDD-B1A0-9E11-FDBB3B5E3BA5}"/>
              </a:ext>
            </a:extLst>
          </p:cNvPr>
          <p:cNvCxnSpPr>
            <a:cxnSpLocks/>
            <a:endCxn id="14" idx="0"/>
          </p:cNvCxnSpPr>
          <p:nvPr/>
        </p:nvCxnSpPr>
        <p:spPr>
          <a:xfrm rot="10800000" flipV="1">
            <a:off x="3159304" y="1777428"/>
            <a:ext cx="1032553" cy="500607"/>
          </a:xfrm>
          <a:prstGeom prst="bentConnector2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3581E8E-FA68-AA29-8004-C02E71E20392}"/>
              </a:ext>
            </a:extLst>
          </p:cNvPr>
          <p:cNvSpPr txBox="1"/>
          <p:nvPr/>
        </p:nvSpPr>
        <p:spPr>
          <a:xfrm>
            <a:off x="4191857" y="1623538"/>
            <a:ext cx="34418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Pressure outlets used in the test</a:t>
            </a:r>
          </a:p>
        </p:txBody>
      </p:sp>
    </p:spTree>
    <p:extLst>
      <p:ext uri="{BB962C8B-B14F-4D97-AF65-F5344CB8AC3E}">
        <p14:creationId xmlns:p14="http://schemas.microsoft.com/office/powerpoint/2010/main" val="898925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B2E835F-9788-4A9E-1CB6-286FC6F201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0196" y="1668597"/>
            <a:ext cx="5040000" cy="303492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3D2F7AB-EDED-9987-110A-93FF9F0EE147}"/>
              </a:ext>
            </a:extLst>
          </p:cNvPr>
          <p:cNvSpPr txBox="1"/>
          <p:nvPr/>
        </p:nvSpPr>
        <p:spPr>
          <a:xfrm>
            <a:off x="1190196" y="1229468"/>
            <a:ext cx="3433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A</a:t>
            </a:r>
            <a:endParaRPr lang="en-DK" sz="2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0A835D-47CB-F121-68C0-87BA17B569C8}"/>
              </a:ext>
            </a:extLst>
          </p:cNvPr>
          <p:cNvSpPr txBox="1"/>
          <p:nvPr/>
        </p:nvSpPr>
        <p:spPr>
          <a:xfrm>
            <a:off x="6230196" y="1229468"/>
            <a:ext cx="3433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B</a:t>
            </a:r>
            <a:endParaRPr lang="en-DK" sz="20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9D3844-A449-D85C-73B9-627211D70990}"/>
              </a:ext>
            </a:extLst>
          </p:cNvPr>
          <p:cNvSpPr txBox="1"/>
          <p:nvPr/>
        </p:nvSpPr>
        <p:spPr>
          <a:xfrm>
            <a:off x="1533560" y="4707057"/>
            <a:ext cx="45624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stop-mode="stop-on-maximal-rating"</a:t>
            </a:r>
            <a:endParaRPr lang="en-DK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EF5B11-9E93-3D8A-846A-829E2895889A}"/>
              </a:ext>
            </a:extLst>
          </p:cNvPr>
          <p:cNvSpPr txBox="1"/>
          <p:nvPr/>
        </p:nvSpPr>
        <p:spPr>
          <a:xfrm>
            <a:off x="6573560" y="4707057"/>
            <a:ext cx="46966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stop-mode="stop-when-button-pressed"</a:t>
            </a:r>
            <a:endParaRPr lang="en-DK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0825D57-0C6A-B345-7828-E6E19D1CE2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0196" y="1654785"/>
            <a:ext cx="5040000" cy="3022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733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567D92-1D7A-4407-7B60-AEBD6C9E32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0196" y="1668597"/>
            <a:ext cx="5040000" cy="30349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8AFEC52-3815-9C68-F89C-CAF6C6F302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0196" y="1662407"/>
            <a:ext cx="5040000" cy="30411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A4AC4C8-78E4-C069-9A70-9801603FA761}"/>
              </a:ext>
            </a:extLst>
          </p:cNvPr>
          <p:cNvSpPr txBox="1"/>
          <p:nvPr/>
        </p:nvSpPr>
        <p:spPr>
          <a:xfrm>
            <a:off x="1190196" y="1229468"/>
            <a:ext cx="3433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A</a:t>
            </a:r>
            <a:endParaRPr lang="en-DK" sz="2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440474-ACFE-8967-E740-AFD0293118CB}"/>
              </a:ext>
            </a:extLst>
          </p:cNvPr>
          <p:cNvSpPr txBox="1"/>
          <p:nvPr/>
        </p:nvSpPr>
        <p:spPr>
          <a:xfrm>
            <a:off x="6230196" y="1229468"/>
            <a:ext cx="3433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B</a:t>
            </a:r>
            <a:endParaRPr lang="en-DK" sz="20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35DF45-0346-D644-B458-460C6DB54CE2}"/>
              </a:ext>
            </a:extLst>
          </p:cNvPr>
          <p:cNvSpPr txBox="1"/>
          <p:nvPr/>
        </p:nvSpPr>
        <p:spPr>
          <a:xfrm>
            <a:off x="1533560" y="4707057"/>
            <a:ext cx="45624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DK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second-cuff="false"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6288F9-851D-2AD1-C756-AB283A8E0284}"/>
              </a:ext>
            </a:extLst>
          </p:cNvPr>
          <p:cNvSpPr txBox="1"/>
          <p:nvPr/>
        </p:nvSpPr>
        <p:spPr>
          <a:xfrm>
            <a:off x="6573560" y="4707057"/>
            <a:ext cx="46966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DK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second-cuff=“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DK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16875202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E40CB-D234-87CB-6F5C-4B2BEA9C7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3B61B95-81C1-C5CB-2179-851C49B0E187}"/>
              </a:ext>
            </a:extLst>
          </p:cNvPr>
          <p:cNvSpPr txBox="1"/>
          <p:nvPr/>
        </p:nvSpPr>
        <p:spPr>
          <a:xfrm>
            <a:off x="1190196" y="1229468"/>
            <a:ext cx="3433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A</a:t>
            </a:r>
            <a:endParaRPr lang="en-DK" sz="2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77030B-42EF-9DC1-CD27-5A20AB02E0FB}"/>
              </a:ext>
            </a:extLst>
          </p:cNvPr>
          <p:cNvSpPr txBox="1"/>
          <p:nvPr/>
        </p:nvSpPr>
        <p:spPr>
          <a:xfrm>
            <a:off x="6230196" y="1229468"/>
            <a:ext cx="3433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B</a:t>
            </a:r>
            <a:endParaRPr lang="en-DK" sz="20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CFD5E3-5807-6389-842D-D6F31F2DF86C}"/>
              </a:ext>
            </a:extLst>
          </p:cNvPr>
          <p:cNvSpPr txBox="1"/>
          <p:nvPr/>
        </p:nvSpPr>
        <p:spPr>
          <a:xfrm>
            <a:off x="1533560" y="4707057"/>
            <a:ext cx="45624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conditioning-time="0"</a:t>
            </a:r>
            <a:endParaRPr lang="en-DK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A54665-7488-76B4-F5E6-DF7E24F543BD}"/>
              </a:ext>
            </a:extLst>
          </p:cNvPr>
          <p:cNvSpPr txBox="1"/>
          <p:nvPr/>
        </p:nvSpPr>
        <p:spPr>
          <a:xfrm>
            <a:off x="6573560" y="4707057"/>
            <a:ext cx="46966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conditioning-time="30"</a:t>
            </a:r>
            <a:endParaRPr lang="en-DK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A34434A-D1E7-E22E-CB04-B22F11CE17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0196" y="1599682"/>
            <a:ext cx="5040000" cy="305832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D3696A5-C8FE-95A2-B3A6-7A3793670D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0196" y="1599682"/>
            <a:ext cx="5040000" cy="3039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5418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C6FA44-772B-001B-6385-78096FF334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4963" y="2039213"/>
            <a:ext cx="6173061" cy="369621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640078F-389B-F545-9B8C-001E0115105A}"/>
              </a:ext>
            </a:extLst>
          </p:cNvPr>
          <p:cNvSpPr/>
          <p:nvPr/>
        </p:nvSpPr>
        <p:spPr>
          <a:xfrm>
            <a:off x="2274491" y="2039213"/>
            <a:ext cx="6163535" cy="1741677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2F24A5-28D3-09AF-AC1A-EE2976AA88DD}"/>
              </a:ext>
            </a:extLst>
          </p:cNvPr>
          <p:cNvSpPr/>
          <p:nvPr/>
        </p:nvSpPr>
        <p:spPr>
          <a:xfrm>
            <a:off x="2274490" y="3780890"/>
            <a:ext cx="6163535" cy="1983118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DDF8D13-AFBC-E18F-0FD3-D7D5D0680CA5}"/>
              </a:ext>
            </a:extLst>
          </p:cNvPr>
          <p:cNvCxnSpPr>
            <a:cxnSpLocks/>
          </p:cNvCxnSpPr>
          <p:nvPr/>
        </p:nvCxnSpPr>
        <p:spPr>
          <a:xfrm flipH="1">
            <a:off x="8438025" y="4772448"/>
            <a:ext cx="450262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A8DA1BD-7220-C1D1-73D5-41CB203893FA}"/>
              </a:ext>
            </a:extLst>
          </p:cNvPr>
          <p:cNvCxnSpPr>
            <a:cxnSpLocks/>
          </p:cNvCxnSpPr>
          <p:nvPr/>
        </p:nvCxnSpPr>
        <p:spPr>
          <a:xfrm flipH="1">
            <a:off x="8438025" y="2910051"/>
            <a:ext cx="450262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D749B784-B6AF-7D8F-970A-E687DD76A5F2}"/>
              </a:ext>
            </a:extLst>
          </p:cNvPr>
          <p:cNvSpPr/>
          <p:nvPr/>
        </p:nvSpPr>
        <p:spPr>
          <a:xfrm>
            <a:off x="3092521" y="2278036"/>
            <a:ext cx="133564" cy="1335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DEC3923F-1A58-67A6-9CFB-663881D848A8}"/>
              </a:ext>
            </a:extLst>
          </p:cNvPr>
          <p:cNvCxnSpPr>
            <a:cxnSpLocks/>
            <a:endCxn id="10" idx="0"/>
          </p:cNvCxnSpPr>
          <p:nvPr/>
        </p:nvCxnSpPr>
        <p:spPr>
          <a:xfrm rot="10800000" flipV="1">
            <a:off x="3159304" y="1777428"/>
            <a:ext cx="1032553" cy="500607"/>
          </a:xfrm>
          <a:prstGeom prst="bentConnector2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84AD558-E2A2-FA76-B55A-9F100C4EBF6F}"/>
              </a:ext>
            </a:extLst>
          </p:cNvPr>
          <p:cNvSpPr txBox="1"/>
          <p:nvPr/>
        </p:nvSpPr>
        <p:spPr>
          <a:xfrm>
            <a:off x="4191857" y="1623538"/>
            <a:ext cx="34418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Pressure outlets used in the test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DDB6D4-8B9E-6F49-62EC-D945845F0D57}"/>
              </a:ext>
            </a:extLst>
          </p:cNvPr>
          <p:cNvSpPr txBox="1"/>
          <p:nvPr/>
        </p:nvSpPr>
        <p:spPr>
          <a:xfrm>
            <a:off x="8888287" y="4608049"/>
            <a:ext cx="28911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Psychophysical ratings</a:t>
            </a:r>
            <a:endParaRPr lang="en-DK" sz="1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BA1C6E3-DB9C-3C98-371C-8F88149A74AF}"/>
              </a:ext>
            </a:extLst>
          </p:cNvPr>
          <p:cNvSpPr txBox="1"/>
          <p:nvPr/>
        </p:nvSpPr>
        <p:spPr>
          <a:xfrm>
            <a:off x="8888287" y="2745652"/>
            <a:ext cx="28911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Applied pressures</a:t>
            </a:r>
            <a:endParaRPr lang="en-DK" sz="1400" dirty="0"/>
          </a:p>
        </p:txBody>
      </p:sp>
    </p:spTree>
    <p:extLst>
      <p:ext uri="{BB962C8B-B14F-4D97-AF65-F5344CB8AC3E}">
        <p14:creationId xmlns:p14="http://schemas.microsoft.com/office/powerpoint/2010/main" val="41268507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41E8A-702A-C812-BBEA-B0FE61E86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32358C-FBC6-BAF8-8092-1C8DCD637B70}"/>
              </a:ext>
            </a:extLst>
          </p:cNvPr>
          <p:cNvSpPr txBox="1"/>
          <p:nvPr/>
        </p:nvSpPr>
        <p:spPr>
          <a:xfrm>
            <a:off x="1190196" y="1229468"/>
            <a:ext cx="3433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A</a:t>
            </a:r>
            <a:endParaRPr lang="en-DK" sz="2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AD2A63-A019-9CE3-AB08-AE5EB0C62E5E}"/>
              </a:ext>
            </a:extLst>
          </p:cNvPr>
          <p:cNvSpPr txBox="1"/>
          <p:nvPr/>
        </p:nvSpPr>
        <p:spPr>
          <a:xfrm>
            <a:off x="6230196" y="1229468"/>
            <a:ext cx="3433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B</a:t>
            </a:r>
            <a:endParaRPr lang="en-DK" sz="20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0292EC-BA8A-1248-EF67-3446775989E1}"/>
              </a:ext>
            </a:extLst>
          </p:cNvPr>
          <p:cNvSpPr txBox="1"/>
          <p:nvPr/>
        </p:nvSpPr>
        <p:spPr>
          <a:xfrm>
            <a:off x="1533560" y="4707057"/>
            <a:ext cx="45624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stop-mode="stop-on-maximal-rating"</a:t>
            </a:r>
            <a:endParaRPr lang="en-DK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91AA1E-6883-E41C-B5E1-5BF14A75740A}"/>
              </a:ext>
            </a:extLst>
          </p:cNvPr>
          <p:cNvSpPr txBox="1"/>
          <p:nvPr/>
        </p:nvSpPr>
        <p:spPr>
          <a:xfrm>
            <a:off x="6573560" y="4707057"/>
            <a:ext cx="46966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stop-mode="stop-when-button-pressed"</a:t>
            </a:r>
            <a:endParaRPr lang="en-DK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3D1277F-E94A-28F1-0FF5-AC329DE5B4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0196" y="1598091"/>
            <a:ext cx="5040000" cy="303802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A301C8C-A304-8116-D67C-E3B697A0A0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607417"/>
            <a:ext cx="5040000" cy="3020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5520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65459F-CAA6-FCF2-C52D-437F4239CEC9}"/>
              </a:ext>
            </a:extLst>
          </p:cNvPr>
          <p:cNvSpPr txBox="1"/>
          <p:nvPr/>
        </p:nvSpPr>
        <p:spPr>
          <a:xfrm>
            <a:off x="1056000" y="0"/>
            <a:ext cx="3433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A</a:t>
            </a:r>
            <a:endParaRPr lang="en-DK" sz="2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3FD15E-E8DA-A28C-8F43-40D1D6E21CCE}"/>
              </a:ext>
            </a:extLst>
          </p:cNvPr>
          <p:cNvSpPr txBox="1"/>
          <p:nvPr/>
        </p:nvSpPr>
        <p:spPr>
          <a:xfrm>
            <a:off x="5701142" y="0"/>
            <a:ext cx="3433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B</a:t>
            </a:r>
            <a:endParaRPr lang="en-DK" sz="2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CC0796-876F-044B-C3B7-B3B09E7CA376}"/>
              </a:ext>
            </a:extLst>
          </p:cNvPr>
          <p:cNvSpPr txBox="1"/>
          <p:nvPr/>
        </p:nvSpPr>
        <p:spPr>
          <a:xfrm>
            <a:off x="1227682" y="2931214"/>
            <a:ext cx="4562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delta-conditional-pressure="10“</a:t>
            </a:r>
          </a:p>
          <a:p>
            <a:pPr algn="ctr"/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conditioning-time="0"</a:t>
            </a:r>
            <a:endParaRPr lang="en-DK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489367-E0D2-8222-75C8-0A4BA150A239}"/>
              </a:ext>
            </a:extLst>
          </p:cNvPr>
          <p:cNvSpPr txBox="1"/>
          <p:nvPr/>
        </p:nvSpPr>
        <p:spPr>
          <a:xfrm>
            <a:off x="5566946" y="2931214"/>
            <a:ext cx="46966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delta-conditional-pressure="10“</a:t>
            </a:r>
          </a:p>
          <a:p>
            <a:pPr algn="ctr"/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conditioning-time="30"</a:t>
            </a:r>
            <a:endParaRPr lang="en-DK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5012E9-F201-1747-111F-633C92D100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000" y="368623"/>
            <a:ext cx="4320000" cy="26040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E8FD75E-DA69-7E44-ED87-2CCACF7D81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6946" y="377949"/>
            <a:ext cx="4320000" cy="258933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AF64FCD-0683-EB50-965B-F0108CCAD3EC}"/>
              </a:ext>
            </a:extLst>
          </p:cNvPr>
          <p:cNvSpPr txBox="1"/>
          <p:nvPr/>
        </p:nvSpPr>
        <p:spPr>
          <a:xfrm>
            <a:off x="1056000" y="3197032"/>
            <a:ext cx="3658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C</a:t>
            </a:r>
            <a:endParaRPr lang="en-DK" sz="20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D7B70F-71B5-5E93-3F6A-997831A24A11}"/>
              </a:ext>
            </a:extLst>
          </p:cNvPr>
          <p:cNvSpPr txBox="1"/>
          <p:nvPr/>
        </p:nvSpPr>
        <p:spPr>
          <a:xfrm>
            <a:off x="5701142" y="3197032"/>
            <a:ext cx="3658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D</a:t>
            </a:r>
            <a:endParaRPr lang="en-DK" sz="20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EADB05-F6E0-4005-39D8-0668B5F48B07}"/>
              </a:ext>
            </a:extLst>
          </p:cNvPr>
          <p:cNvSpPr txBox="1"/>
          <p:nvPr/>
        </p:nvSpPr>
        <p:spPr>
          <a:xfrm>
            <a:off x="1227682" y="6115928"/>
            <a:ext cx="4562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delta-conditional-pressure="0“</a:t>
            </a:r>
          </a:p>
          <a:p>
            <a:pPr algn="ctr"/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conditioning-time="0"</a:t>
            </a:r>
            <a:endParaRPr lang="en-DK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F6769D-F7E4-853F-1DE3-F1C8630258DC}"/>
              </a:ext>
            </a:extLst>
          </p:cNvPr>
          <p:cNvSpPr txBox="1"/>
          <p:nvPr/>
        </p:nvSpPr>
        <p:spPr>
          <a:xfrm>
            <a:off x="5378628" y="6115928"/>
            <a:ext cx="46966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delta-conditional-pressure="0“</a:t>
            </a:r>
          </a:p>
          <a:p>
            <a:pPr algn="ctr"/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conditioning-time="30"</a:t>
            </a:r>
            <a:endParaRPr lang="en-DK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886D69B-C103-5D00-3DBD-73831134CA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000" y="3565655"/>
            <a:ext cx="4320000" cy="260401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DBF71D0-370F-5458-6172-0D6D22801C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6946" y="3574981"/>
            <a:ext cx="4320000" cy="2589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0396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2B14D-6078-6812-51B8-E6E3C1FA3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6C51E57-E5D2-3733-397C-D9BDB3275C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9252" y="2047811"/>
            <a:ext cx="6154009" cy="372479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8D9BB1B-A96B-127C-AA68-D955D6B4D358}"/>
              </a:ext>
            </a:extLst>
          </p:cNvPr>
          <p:cNvSpPr/>
          <p:nvPr/>
        </p:nvSpPr>
        <p:spPr>
          <a:xfrm>
            <a:off x="2274491" y="2039213"/>
            <a:ext cx="6163535" cy="1741677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703305-16B6-6560-FE0B-D51D2496D802}"/>
              </a:ext>
            </a:extLst>
          </p:cNvPr>
          <p:cNvSpPr/>
          <p:nvPr/>
        </p:nvSpPr>
        <p:spPr>
          <a:xfrm>
            <a:off x="2274490" y="3780890"/>
            <a:ext cx="6163535" cy="1983118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D2E655F-1CA7-9FD5-DCB8-94A01EA7EC82}"/>
              </a:ext>
            </a:extLst>
          </p:cNvPr>
          <p:cNvCxnSpPr>
            <a:cxnSpLocks/>
          </p:cNvCxnSpPr>
          <p:nvPr/>
        </p:nvCxnSpPr>
        <p:spPr>
          <a:xfrm flipH="1">
            <a:off x="8438025" y="4772448"/>
            <a:ext cx="450262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A26E381-EE35-0A49-CD5D-48B57B1F156E}"/>
              </a:ext>
            </a:extLst>
          </p:cNvPr>
          <p:cNvCxnSpPr>
            <a:cxnSpLocks/>
          </p:cNvCxnSpPr>
          <p:nvPr/>
        </p:nvCxnSpPr>
        <p:spPr>
          <a:xfrm flipH="1">
            <a:off x="8438025" y="2910051"/>
            <a:ext cx="450262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A3660380-DF46-46F4-83F2-E11214B9976B}"/>
              </a:ext>
            </a:extLst>
          </p:cNvPr>
          <p:cNvSpPr/>
          <p:nvPr/>
        </p:nvSpPr>
        <p:spPr>
          <a:xfrm>
            <a:off x="3092521" y="2278036"/>
            <a:ext cx="133564" cy="1335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AF4FD14E-A8DC-F5C5-880B-7476DE02C961}"/>
              </a:ext>
            </a:extLst>
          </p:cNvPr>
          <p:cNvCxnSpPr>
            <a:cxnSpLocks/>
            <a:endCxn id="10" idx="0"/>
          </p:cNvCxnSpPr>
          <p:nvPr/>
        </p:nvCxnSpPr>
        <p:spPr>
          <a:xfrm rot="10800000" flipV="1">
            <a:off x="3159304" y="1777428"/>
            <a:ext cx="1032553" cy="500607"/>
          </a:xfrm>
          <a:prstGeom prst="bentConnector2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BD191CD-E0A8-C001-18EC-213371C6B1D2}"/>
              </a:ext>
            </a:extLst>
          </p:cNvPr>
          <p:cNvSpPr txBox="1"/>
          <p:nvPr/>
        </p:nvSpPr>
        <p:spPr>
          <a:xfrm>
            <a:off x="4191857" y="1623538"/>
            <a:ext cx="34418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Pressure outlets used in the test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6BEEA0-7954-92AA-1EFE-1C4771BA14D2}"/>
              </a:ext>
            </a:extLst>
          </p:cNvPr>
          <p:cNvSpPr txBox="1"/>
          <p:nvPr/>
        </p:nvSpPr>
        <p:spPr>
          <a:xfrm>
            <a:off x="8888287" y="4608049"/>
            <a:ext cx="28911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Psychophysical ratings</a:t>
            </a:r>
            <a:endParaRPr lang="en-DK" sz="1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5A92BE-194A-3D28-7276-B8E3A202C33D}"/>
              </a:ext>
            </a:extLst>
          </p:cNvPr>
          <p:cNvSpPr txBox="1"/>
          <p:nvPr/>
        </p:nvSpPr>
        <p:spPr>
          <a:xfrm>
            <a:off x="8888287" y="2745652"/>
            <a:ext cx="28911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Applied pressure</a:t>
            </a:r>
            <a:endParaRPr lang="en-DK" sz="1400" dirty="0"/>
          </a:p>
        </p:txBody>
      </p:sp>
    </p:spTree>
    <p:extLst>
      <p:ext uri="{BB962C8B-B14F-4D97-AF65-F5344CB8AC3E}">
        <p14:creationId xmlns:p14="http://schemas.microsoft.com/office/powerpoint/2010/main" val="30404904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7DB82-7D8D-FB20-B77F-D413F2D8E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74F877E-EF5A-FE7C-A282-712D5E2E673B}"/>
              </a:ext>
            </a:extLst>
          </p:cNvPr>
          <p:cNvSpPr txBox="1"/>
          <p:nvPr/>
        </p:nvSpPr>
        <p:spPr>
          <a:xfrm>
            <a:off x="1190196" y="1229468"/>
            <a:ext cx="3433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A</a:t>
            </a:r>
            <a:endParaRPr lang="en-DK" sz="2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13CEE2-94C8-5556-D4DF-BEC8AF6A6FEA}"/>
              </a:ext>
            </a:extLst>
          </p:cNvPr>
          <p:cNvSpPr txBox="1"/>
          <p:nvPr/>
        </p:nvSpPr>
        <p:spPr>
          <a:xfrm>
            <a:off x="6230196" y="1229468"/>
            <a:ext cx="3433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B</a:t>
            </a:r>
            <a:endParaRPr lang="en-DK" sz="20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0E51CC-877F-CE41-2BDE-FB81A4BD0172}"/>
              </a:ext>
            </a:extLst>
          </p:cNvPr>
          <p:cNvSpPr txBox="1"/>
          <p:nvPr/>
        </p:nvSpPr>
        <p:spPr>
          <a:xfrm>
            <a:off x="1533560" y="4707057"/>
            <a:ext cx="45624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DK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second-cuff="false"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DB2525-614A-E830-030E-C22EA67AEFF2}"/>
              </a:ext>
            </a:extLst>
          </p:cNvPr>
          <p:cNvSpPr txBox="1"/>
          <p:nvPr/>
        </p:nvSpPr>
        <p:spPr>
          <a:xfrm>
            <a:off x="6573560" y="4707057"/>
            <a:ext cx="46966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DK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second-cuff=“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DK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8CE9036-5963-7EAA-B42D-BC11D1F6FF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0196" y="1629578"/>
            <a:ext cx="5040000" cy="305052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124CACD-5100-48E3-A0FD-64500311B7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0196" y="1623173"/>
            <a:ext cx="5040000" cy="3038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4719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E9723-F401-DE54-9B2D-ACA1817F1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6777E0-F588-E221-305E-AAB02605E3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9727" y="2053514"/>
            <a:ext cx="6173061" cy="370574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B2C7E00-9AE8-BBC0-119E-7CEBC78AECF0}"/>
              </a:ext>
            </a:extLst>
          </p:cNvPr>
          <p:cNvSpPr/>
          <p:nvPr/>
        </p:nvSpPr>
        <p:spPr>
          <a:xfrm>
            <a:off x="2274491" y="2039213"/>
            <a:ext cx="6163535" cy="1741677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BBEF34-5FE1-42FF-E944-E002A906133A}"/>
              </a:ext>
            </a:extLst>
          </p:cNvPr>
          <p:cNvSpPr/>
          <p:nvPr/>
        </p:nvSpPr>
        <p:spPr>
          <a:xfrm>
            <a:off x="2274490" y="3780890"/>
            <a:ext cx="6163535" cy="1983118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DB2F575-1F4D-E35C-CE11-73BB728D01ED}"/>
              </a:ext>
            </a:extLst>
          </p:cNvPr>
          <p:cNvCxnSpPr>
            <a:cxnSpLocks/>
          </p:cNvCxnSpPr>
          <p:nvPr/>
        </p:nvCxnSpPr>
        <p:spPr>
          <a:xfrm flipH="1">
            <a:off x="8438025" y="4772448"/>
            <a:ext cx="450262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3DECBA9-8AB2-7F25-3CCD-1969E70C5F07}"/>
              </a:ext>
            </a:extLst>
          </p:cNvPr>
          <p:cNvCxnSpPr>
            <a:cxnSpLocks/>
          </p:cNvCxnSpPr>
          <p:nvPr/>
        </p:nvCxnSpPr>
        <p:spPr>
          <a:xfrm flipH="1">
            <a:off x="8438025" y="2910051"/>
            <a:ext cx="450262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1D0ED5CE-0C6C-7272-297D-C195DB263869}"/>
              </a:ext>
            </a:extLst>
          </p:cNvPr>
          <p:cNvSpPr/>
          <p:nvPr/>
        </p:nvSpPr>
        <p:spPr>
          <a:xfrm>
            <a:off x="3092521" y="2278036"/>
            <a:ext cx="133564" cy="1335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1D9E5A95-F7A9-C2C6-D18D-84896BAAC63C}"/>
              </a:ext>
            </a:extLst>
          </p:cNvPr>
          <p:cNvCxnSpPr>
            <a:cxnSpLocks/>
            <a:endCxn id="10" idx="0"/>
          </p:cNvCxnSpPr>
          <p:nvPr/>
        </p:nvCxnSpPr>
        <p:spPr>
          <a:xfrm rot="10800000" flipV="1">
            <a:off x="3159304" y="1777428"/>
            <a:ext cx="1032553" cy="500607"/>
          </a:xfrm>
          <a:prstGeom prst="bentConnector2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31279EF-DA71-80B8-948A-1B153B19F385}"/>
              </a:ext>
            </a:extLst>
          </p:cNvPr>
          <p:cNvSpPr txBox="1"/>
          <p:nvPr/>
        </p:nvSpPr>
        <p:spPr>
          <a:xfrm>
            <a:off x="4191857" y="1623538"/>
            <a:ext cx="34418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Pressure outlets used in the test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F4ECBF3-E45F-BDB2-62D3-E1E4F75A1B0A}"/>
              </a:ext>
            </a:extLst>
          </p:cNvPr>
          <p:cNvSpPr txBox="1"/>
          <p:nvPr/>
        </p:nvSpPr>
        <p:spPr>
          <a:xfrm>
            <a:off x="8888287" y="4608049"/>
            <a:ext cx="28911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Psychophysical ratings</a:t>
            </a:r>
            <a:endParaRPr lang="en-DK" sz="1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F9F5805-7616-2A09-D217-AA4F0482EDF6}"/>
              </a:ext>
            </a:extLst>
          </p:cNvPr>
          <p:cNvSpPr txBox="1"/>
          <p:nvPr/>
        </p:nvSpPr>
        <p:spPr>
          <a:xfrm>
            <a:off x="8888287" y="2745652"/>
            <a:ext cx="28911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Applied pressure</a:t>
            </a:r>
            <a:endParaRPr lang="en-DK" sz="1400" dirty="0"/>
          </a:p>
        </p:txBody>
      </p:sp>
    </p:spTree>
    <p:extLst>
      <p:ext uri="{BB962C8B-B14F-4D97-AF65-F5344CB8AC3E}">
        <p14:creationId xmlns:p14="http://schemas.microsoft.com/office/powerpoint/2010/main" val="31079690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BC709-22D9-1223-B22C-94A68C2B6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AFF3EC0-5A4C-EBA1-CB19-21A99DE4CF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4490" y="2033596"/>
            <a:ext cx="6192114" cy="372479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C67E8FD-2845-6BDB-4590-5A362D247167}"/>
              </a:ext>
            </a:extLst>
          </p:cNvPr>
          <p:cNvSpPr/>
          <p:nvPr/>
        </p:nvSpPr>
        <p:spPr>
          <a:xfrm>
            <a:off x="2274491" y="2039213"/>
            <a:ext cx="6163535" cy="1741677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BBDE53-3C99-8DDA-9DE6-430ADB00EB6B}"/>
              </a:ext>
            </a:extLst>
          </p:cNvPr>
          <p:cNvSpPr/>
          <p:nvPr/>
        </p:nvSpPr>
        <p:spPr>
          <a:xfrm>
            <a:off x="2274490" y="3780890"/>
            <a:ext cx="6163535" cy="1983118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A635F7F-E101-4523-E1BE-F48A0D0CFC28}"/>
              </a:ext>
            </a:extLst>
          </p:cNvPr>
          <p:cNvCxnSpPr>
            <a:cxnSpLocks/>
          </p:cNvCxnSpPr>
          <p:nvPr/>
        </p:nvCxnSpPr>
        <p:spPr>
          <a:xfrm flipH="1">
            <a:off x="8438025" y="4772448"/>
            <a:ext cx="450262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D474AC1-B175-2D3E-B26C-4E8EE01EB7A9}"/>
              </a:ext>
            </a:extLst>
          </p:cNvPr>
          <p:cNvCxnSpPr>
            <a:cxnSpLocks/>
          </p:cNvCxnSpPr>
          <p:nvPr/>
        </p:nvCxnSpPr>
        <p:spPr>
          <a:xfrm flipH="1">
            <a:off x="8438025" y="2910051"/>
            <a:ext cx="450262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1297BFC7-E024-8D5B-D2D7-949055061FF8}"/>
              </a:ext>
            </a:extLst>
          </p:cNvPr>
          <p:cNvSpPr/>
          <p:nvPr/>
        </p:nvSpPr>
        <p:spPr>
          <a:xfrm>
            <a:off x="3092521" y="2278036"/>
            <a:ext cx="133564" cy="1335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926FDFBD-C6BD-472D-518C-F42790D68BAC}"/>
              </a:ext>
            </a:extLst>
          </p:cNvPr>
          <p:cNvCxnSpPr>
            <a:cxnSpLocks/>
            <a:endCxn id="10" idx="0"/>
          </p:cNvCxnSpPr>
          <p:nvPr/>
        </p:nvCxnSpPr>
        <p:spPr>
          <a:xfrm rot="10800000" flipV="1">
            <a:off x="3159304" y="1777428"/>
            <a:ext cx="1032553" cy="500607"/>
          </a:xfrm>
          <a:prstGeom prst="bentConnector2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AC510F9-2CE1-6622-5163-C64779870329}"/>
              </a:ext>
            </a:extLst>
          </p:cNvPr>
          <p:cNvSpPr txBox="1"/>
          <p:nvPr/>
        </p:nvSpPr>
        <p:spPr>
          <a:xfrm>
            <a:off x="4191857" y="1623538"/>
            <a:ext cx="34418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Pressure outlets used in the test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2F8CE6-9CB8-9672-8F89-B1BA6F7FDF18}"/>
              </a:ext>
            </a:extLst>
          </p:cNvPr>
          <p:cNvSpPr txBox="1"/>
          <p:nvPr/>
        </p:nvSpPr>
        <p:spPr>
          <a:xfrm>
            <a:off x="8888287" y="4608049"/>
            <a:ext cx="28911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Psychophysical ratings</a:t>
            </a:r>
            <a:endParaRPr lang="en-DK" sz="1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CA0D86-6558-8B08-82D0-FDE177FDC2F7}"/>
              </a:ext>
            </a:extLst>
          </p:cNvPr>
          <p:cNvSpPr txBox="1"/>
          <p:nvPr/>
        </p:nvSpPr>
        <p:spPr>
          <a:xfrm>
            <a:off x="8888287" y="2745652"/>
            <a:ext cx="28911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Applied pressure</a:t>
            </a:r>
            <a:endParaRPr lang="en-DK" sz="1400" dirty="0"/>
          </a:p>
        </p:txBody>
      </p:sp>
    </p:spTree>
    <p:extLst>
      <p:ext uri="{BB962C8B-B14F-4D97-AF65-F5344CB8AC3E}">
        <p14:creationId xmlns:p14="http://schemas.microsoft.com/office/powerpoint/2010/main" val="15682102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8AEAD-C9CF-A6ED-EFF6-95B0A735B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069A45-584A-75B5-7D73-6A9A9BEF0F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7167" y="2066875"/>
            <a:ext cx="6201640" cy="371526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EB40C0E-9AC7-5410-2BD8-6B811F2CFE1F}"/>
              </a:ext>
            </a:extLst>
          </p:cNvPr>
          <p:cNvSpPr/>
          <p:nvPr/>
        </p:nvSpPr>
        <p:spPr>
          <a:xfrm>
            <a:off x="2274491" y="2039213"/>
            <a:ext cx="6163535" cy="3742930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DD00E9D-C195-744E-8FF4-E9362B33477D}"/>
              </a:ext>
            </a:extLst>
          </p:cNvPr>
          <p:cNvCxnSpPr>
            <a:cxnSpLocks/>
          </p:cNvCxnSpPr>
          <p:nvPr/>
        </p:nvCxnSpPr>
        <p:spPr>
          <a:xfrm flipH="1">
            <a:off x="8438025" y="3876406"/>
            <a:ext cx="450262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AA1446CC-D61E-38A2-8EE2-CA441BAC6D2B}"/>
              </a:ext>
            </a:extLst>
          </p:cNvPr>
          <p:cNvSpPr/>
          <p:nvPr/>
        </p:nvSpPr>
        <p:spPr>
          <a:xfrm>
            <a:off x="3092521" y="2278036"/>
            <a:ext cx="133564" cy="1335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DB3CB30E-27B5-455E-50C3-7E854479CFD1}"/>
              </a:ext>
            </a:extLst>
          </p:cNvPr>
          <p:cNvCxnSpPr>
            <a:cxnSpLocks/>
            <a:endCxn id="10" idx="0"/>
          </p:cNvCxnSpPr>
          <p:nvPr/>
        </p:nvCxnSpPr>
        <p:spPr>
          <a:xfrm rot="10800000" flipV="1">
            <a:off x="3159304" y="1777428"/>
            <a:ext cx="1032553" cy="500607"/>
          </a:xfrm>
          <a:prstGeom prst="bentConnector2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57AA55F-83F9-1F51-41C4-1141DA2C0765}"/>
              </a:ext>
            </a:extLst>
          </p:cNvPr>
          <p:cNvSpPr txBox="1"/>
          <p:nvPr/>
        </p:nvSpPr>
        <p:spPr>
          <a:xfrm>
            <a:off x="4191857" y="1623538"/>
            <a:ext cx="34418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Pressure outlets used in the test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8198D4-DE87-FC7C-785B-E23AD61B4B1D}"/>
              </a:ext>
            </a:extLst>
          </p:cNvPr>
          <p:cNvSpPr txBox="1"/>
          <p:nvPr/>
        </p:nvSpPr>
        <p:spPr>
          <a:xfrm>
            <a:off x="8888287" y="3712007"/>
            <a:ext cx="28911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Applied pressure</a:t>
            </a:r>
            <a:endParaRPr lang="en-DK" sz="1400" dirty="0"/>
          </a:p>
        </p:txBody>
      </p:sp>
    </p:spTree>
    <p:extLst>
      <p:ext uri="{BB962C8B-B14F-4D97-AF65-F5344CB8AC3E}">
        <p14:creationId xmlns:p14="http://schemas.microsoft.com/office/powerpoint/2010/main" val="928989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30987-5A4F-445C-ACD0-8775B232E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CC1BDAED-D9F9-3128-0F13-3A3710EFDB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090" y="3546397"/>
            <a:ext cx="4320000" cy="258801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6CACFF6-234A-EF12-7766-360E5C012E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2193" y="340549"/>
            <a:ext cx="4320000" cy="259066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0A0C57A-8285-E5EF-734C-D3C030073F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325" y="365799"/>
            <a:ext cx="4320000" cy="256541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9E83CE4-1EF1-B5C1-B522-DB81A65CEE73}"/>
              </a:ext>
            </a:extLst>
          </p:cNvPr>
          <p:cNvSpPr txBox="1"/>
          <p:nvPr/>
        </p:nvSpPr>
        <p:spPr>
          <a:xfrm>
            <a:off x="1056000" y="0"/>
            <a:ext cx="3433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A</a:t>
            </a:r>
            <a:endParaRPr lang="en-DK" sz="2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6FE02A-D710-ACAC-1979-67B0F73C5CAD}"/>
              </a:ext>
            </a:extLst>
          </p:cNvPr>
          <p:cNvSpPr txBox="1"/>
          <p:nvPr/>
        </p:nvSpPr>
        <p:spPr>
          <a:xfrm>
            <a:off x="5503714" y="0"/>
            <a:ext cx="3433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B</a:t>
            </a:r>
            <a:endParaRPr lang="en-DK" sz="2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7B9EAB-BECB-D196-40B4-23523E3B4324}"/>
              </a:ext>
            </a:extLst>
          </p:cNvPr>
          <p:cNvSpPr txBox="1"/>
          <p:nvPr/>
        </p:nvSpPr>
        <p:spPr>
          <a:xfrm>
            <a:off x="1227682" y="2931214"/>
            <a:ext cx="4562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measurement=“PDT"</a:t>
            </a:r>
            <a:endParaRPr lang="en-DK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B8DAF5-2821-F7D6-BAA1-16FE8005D22C}"/>
              </a:ext>
            </a:extLst>
          </p:cNvPr>
          <p:cNvSpPr txBox="1"/>
          <p:nvPr/>
        </p:nvSpPr>
        <p:spPr>
          <a:xfrm>
            <a:off x="5369518" y="2931214"/>
            <a:ext cx="46966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measurement=“PTT"</a:t>
            </a:r>
            <a:endParaRPr lang="en-DK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98AE10-FD12-4755-2284-37002B92377E}"/>
              </a:ext>
            </a:extLst>
          </p:cNvPr>
          <p:cNvSpPr txBox="1"/>
          <p:nvPr/>
        </p:nvSpPr>
        <p:spPr>
          <a:xfrm>
            <a:off x="1056000" y="3197032"/>
            <a:ext cx="3658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C</a:t>
            </a:r>
            <a:endParaRPr lang="en-DK" sz="20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C1CA08-FA50-4EC5-BB58-B2FBE02FFD01}"/>
              </a:ext>
            </a:extLst>
          </p:cNvPr>
          <p:cNvSpPr txBox="1"/>
          <p:nvPr/>
        </p:nvSpPr>
        <p:spPr>
          <a:xfrm>
            <a:off x="1227682" y="6115928"/>
            <a:ext cx="4562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measurement="BOTH"</a:t>
            </a:r>
            <a:endParaRPr lang="en-DK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4221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95BBF-3A2E-AAAD-B35F-E7DB8CC69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498AA88-A732-B481-B639-C4A6332621C6}"/>
              </a:ext>
            </a:extLst>
          </p:cNvPr>
          <p:cNvSpPr txBox="1"/>
          <p:nvPr/>
        </p:nvSpPr>
        <p:spPr>
          <a:xfrm>
            <a:off x="1190196" y="1229468"/>
            <a:ext cx="3433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A</a:t>
            </a:r>
            <a:endParaRPr lang="en-DK" sz="2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66BA5C-02B5-D7ED-6829-E0ECF040144E}"/>
              </a:ext>
            </a:extLst>
          </p:cNvPr>
          <p:cNvSpPr txBox="1"/>
          <p:nvPr/>
        </p:nvSpPr>
        <p:spPr>
          <a:xfrm>
            <a:off x="6230196" y="1229468"/>
            <a:ext cx="3433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B</a:t>
            </a:r>
            <a:endParaRPr lang="en-DK" sz="20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C8CF11-AAF0-2AAB-D57E-8B266E016715}"/>
              </a:ext>
            </a:extLst>
          </p:cNvPr>
          <p:cNvSpPr txBox="1"/>
          <p:nvPr/>
        </p:nvSpPr>
        <p:spPr>
          <a:xfrm>
            <a:off x="1533560" y="4707057"/>
            <a:ext cx="45624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conditioning-time="0"</a:t>
            </a:r>
            <a:endParaRPr lang="en-DK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F2DE6A-6845-AA6A-E397-22E1B2646235}"/>
              </a:ext>
            </a:extLst>
          </p:cNvPr>
          <p:cNvSpPr txBox="1"/>
          <p:nvPr/>
        </p:nvSpPr>
        <p:spPr>
          <a:xfrm>
            <a:off x="6573560" y="4707057"/>
            <a:ext cx="46966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conditioning-time="30"</a:t>
            </a:r>
            <a:endParaRPr lang="en-DK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4B8445-130E-1905-2273-AB9078F22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0196" y="1608796"/>
            <a:ext cx="5040000" cy="301931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E012E38-2495-21AE-17DD-1BB208508B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1724" y="1608796"/>
            <a:ext cx="5040000" cy="2996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4489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2B6E2-2473-C915-25E2-F4AEEDCE8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6D5881B-5F44-17FD-672B-C82C9EAB7C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4963" y="2027731"/>
            <a:ext cx="6173061" cy="372479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28B70E7-BC28-E841-2A07-BE21B35B1B17}"/>
              </a:ext>
            </a:extLst>
          </p:cNvPr>
          <p:cNvSpPr/>
          <p:nvPr/>
        </p:nvSpPr>
        <p:spPr>
          <a:xfrm>
            <a:off x="2274491" y="2039213"/>
            <a:ext cx="6163535" cy="3742930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E779C07-75D4-E192-F221-51257184929E}"/>
              </a:ext>
            </a:extLst>
          </p:cNvPr>
          <p:cNvCxnSpPr>
            <a:cxnSpLocks/>
          </p:cNvCxnSpPr>
          <p:nvPr/>
        </p:nvCxnSpPr>
        <p:spPr>
          <a:xfrm flipH="1">
            <a:off x="8438025" y="3876406"/>
            <a:ext cx="450262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4E605FBC-9115-C23B-CD39-74AD5F13BFFE}"/>
              </a:ext>
            </a:extLst>
          </p:cNvPr>
          <p:cNvSpPr/>
          <p:nvPr/>
        </p:nvSpPr>
        <p:spPr>
          <a:xfrm>
            <a:off x="3092521" y="2278036"/>
            <a:ext cx="133564" cy="1335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51A32D55-6390-BF4A-842F-DC0C21AB470E}"/>
              </a:ext>
            </a:extLst>
          </p:cNvPr>
          <p:cNvCxnSpPr>
            <a:cxnSpLocks/>
            <a:endCxn id="10" idx="0"/>
          </p:cNvCxnSpPr>
          <p:nvPr/>
        </p:nvCxnSpPr>
        <p:spPr>
          <a:xfrm rot="10800000" flipV="1">
            <a:off x="3159304" y="1777428"/>
            <a:ext cx="1032553" cy="500607"/>
          </a:xfrm>
          <a:prstGeom prst="bentConnector2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184881E-8D02-5F20-3270-742F28AF7C78}"/>
              </a:ext>
            </a:extLst>
          </p:cNvPr>
          <p:cNvSpPr txBox="1"/>
          <p:nvPr/>
        </p:nvSpPr>
        <p:spPr>
          <a:xfrm>
            <a:off x="4191857" y="1623538"/>
            <a:ext cx="34418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Pressure outlets used in the test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1DC185-6E0D-899C-C3F3-4E54368231F0}"/>
              </a:ext>
            </a:extLst>
          </p:cNvPr>
          <p:cNvSpPr txBox="1"/>
          <p:nvPr/>
        </p:nvSpPr>
        <p:spPr>
          <a:xfrm>
            <a:off x="8888287" y="3712007"/>
            <a:ext cx="28911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Applied pressures</a:t>
            </a:r>
            <a:endParaRPr lang="en-DK" sz="1400" dirty="0"/>
          </a:p>
        </p:txBody>
      </p:sp>
    </p:spTree>
    <p:extLst>
      <p:ext uri="{BB962C8B-B14F-4D97-AF65-F5344CB8AC3E}">
        <p14:creationId xmlns:p14="http://schemas.microsoft.com/office/powerpoint/2010/main" val="4654174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3C425-888E-886C-8702-9EF41C245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2FBC297-07B8-E259-3D99-65826BD07397}"/>
              </a:ext>
            </a:extLst>
          </p:cNvPr>
          <p:cNvSpPr txBox="1"/>
          <p:nvPr/>
        </p:nvSpPr>
        <p:spPr>
          <a:xfrm>
            <a:off x="1056000" y="0"/>
            <a:ext cx="3433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A</a:t>
            </a:r>
            <a:endParaRPr lang="en-DK" sz="2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D45F0D-B877-1194-B331-39558D2629E0}"/>
              </a:ext>
            </a:extLst>
          </p:cNvPr>
          <p:cNvSpPr txBox="1"/>
          <p:nvPr/>
        </p:nvSpPr>
        <p:spPr>
          <a:xfrm>
            <a:off x="5701142" y="0"/>
            <a:ext cx="3433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B</a:t>
            </a:r>
            <a:endParaRPr lang="en-DK" sz="2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C6C390-8E6B-29EC-2644-9CDDC29CF81B}"/>
              </a:ext>
            </a:extLst>
          </p:cNvPr>
          <p:cNvSpPr txBox="1"/>
          <p:nvPr/>
        </p:nvSpPr>
        <p:spPr>
          <a:xfrm>
            <a:off x="1227682" y="2931214"/>
            <a:ext cx="4562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delta-conditional-pressure="10“</a:t>
            </a:r>
          </a:p>
          <a:p>
            <a:pPr algn="ctr"/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conditioning-time="0"</a:t>
            </a:r>
            <a:endParaRPr lang="en-DK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744852-A411-5FFE-EB0C-452B3DDC5239}"/>
              </a:ext>
            </a:extLst>
          </p:cNvPr>
          <p:cNvSpPr txBox="1"/>
          <p:nvPr/>
        </p:nvSpPr>
        <p:spPr>
          <a:xfrm>
            <a:off x="5566946" y="2931214"/>
            <a:ext cx="46966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delta-conditional-pressure="10“</a:t>
            </a:r>
          </a:p>
          <a:p>
            <a:pPr algn="ctr"/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conditioning-time="30"</a:t>
            </a:r>
            <a:endParaRPr lang="en-DK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DC7E39-8E73-54E3-188D-789DB8AB33F2}"/>
              </a:ext>
            </a:extLst>
          </p:cNvPr>
          <p:cNvSpPr txBox="1"/>
          <p:nvPr/>
        </p:nvSpPr>
        <p:spPr>
          <a:xfrm>
            <a:off x="1056000" y="3197032"/>
            <a:ext cx="3658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C</a:t>
            </a:r>
            <a:endParaRPr lang="en-DK" sz="20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742922-EDD3-4273-98A4-7FB1FD5782ED}"/>
              </a:ext>
            </a:extLst>
          </p:cNvPr>
          <p:cNvSpPr txBox="1"/>
          <p:nvPr/>
        </p:nvSpPr>
        <p:spPr>
          <a:xfrm>
            <a:off x="5701142" y="3197032"/>
            <a:ext cx="3658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D</a:t>
            </a:r>
            <a:endParaRPr lang="en-DK" sz="20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C72CE9-F630-D917-764B-BC15F8330FF7}"/>
              </a:ext>
            </a:extLst>
          </p:cNvPr>
          <p:cNvSpPr txBox="1"/>
          <p:nvPr/>
        </p:nvSpPr>
        <p:spPr>
          <a:xfrm>
            <a:off x="1227682" y="6115928"/>
            <a:ext cx="4562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delta-conditional-pressure="0“</a:t>
            </a:r>
          </a:p>
          <a:p>
            <a:pPr algn="ctr"/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conditioning-time="0"</a:t>
            </a:r>
            <a:endParaRPr lang="en-DK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C9F5F5-B0FC-A2AD-638D-50A91912505F}"/>
              </a:ext>
            </a:extLst>
          </p:cNvPr>
          <p:cNvSpPr txBox="1"/>
          <p:nvPr/>
        </p:nvSpPr>
        <p:spPr>
          <a:xfrm>
            <a:off x="5378628" y="6115928"/>
            <a:ext cx="46966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delta-conditional-pressure="0“</a:t>
            </a:r>
          </a:p>
          <a:p>
            <a:pPr algn="ctr"/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conditioning-time="30"</a:t>
            </a:r>
            <a:endParaRPr lang="en-DK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D2654F7-E6E3-8D26-3020-047420F69A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000" y="377949"/>
            <a:ext cx="4320000" cy="261333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489A1A0-CA50-B327-A4B4-0399839613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000" y="3597142"/>
            <a:ext cx="4320000" cy="261473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CCBD8EB3-1358-8B4F-D299-042AE38715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1142" y="377949"/>
            <a:ext cx="4320000" cy="2586667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B575FE4D-1AD8-D849-2C0E-FFFD43AF90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01142" y="3597142"/>
            <a:ext cx="4320000" cy="2594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5368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1146</TotalTime>
  <Words>315</Words>
  <Application>Microsoft Office PowerPoint</Application>
  <PresentationFormat>Widescreen</PresentationFormat>
  <Paragraphs>105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Kristian Hennings</dc:creator>
  <cp:lastModifiedBy>Kristian Hennings</cp:lastModifiedBy>
  <cp:revision>67</cp:revision>
  <dcterms:created xsi:type="dcterms:W3CDTF">2025-11-01T07:30:55Z</dcterms:created>
  <dcterms:modified xsi:type="dcterms:W3CDTF">2025-11-29T15:19:43Z</dcterms:modified>
</cp:coreProperties>
</file>