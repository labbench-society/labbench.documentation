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78" r:id="rId7"/>
    <p:sldId id="275" r:id="rId8"/>
    <p:sldId id="272" r:id="rId9"/>
    <p:sldId id="276" r:id="rId10"/>
    <p:sldId id="273" r:id="rId11"/>
    <p:sldId id="277" r:id="rId12"/>
    <p:sldId id="274" r:id="rId13"/>
    <p:sldId id="270" r:id="rId14"/>
    <p:sldId id="271" r:id="rId15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467" autoAdjust="0"/>
  </p:normalViewPr>
  <p:slideViewPr>
    <p:cSldViewPr snapToGrid="0">
      <p:cViewPr varScale="1">
        <p:scale>
          <a:sx n="87" d="100"/>
          <a:sy n="87" d="100"/>
        </p:scale>
        <p:origin x="14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B862AD-9C40-401D-B25A-EFF016BC1B1D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73C79A-452F-414A-AC94-4E22DAD01198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78884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ThesholdEstimationUI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70245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UpDown.png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16402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DiscreteUpDown.png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839418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PsiMethod.png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126654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TaskFYN.png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226189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TaskManualYesNo.png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58607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TaskCRS.png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575586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TaskManualCRS.png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378742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TaskNRS.png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545396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TaskManualNRS.png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248298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TaskVAS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11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58372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TaskAFC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66448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TaskIFC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13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8029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5EAD1-04F2-D0CA-48B9-463F89F62C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9DAB17-0A56-73E5-FFF2-12F36A18F3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4F2DA-055F-345F-F0EE-1E1DF061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DCB66-D35E-F2AF-816D-5804DFB0C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181DFD-48B9-7554-AABE-19C780A9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18877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A6E4A-3DA4-62F9-ADD1-352444F7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75396-658B-6278-B63D-5A03045F9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C9B7C-DEEB-F52D-270E-AA6E71E0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41082-2DE7-FBC2-D47A-33362832A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1A894-998C-C029-9BEE-89B43E002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72869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E28EB-18AA-D6C5-DEFD-78E50344C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CB2A5-B62C-919D-FFCE-61F0681127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13644-EB5B-82E3-27DD-2FDEED9AF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3B6B3-75C5-CC76-AD65-4C9C7DEC2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BD4C0-5EC0-FC2C-98F8-18672D484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80423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C12A5-B15A-79E3-E2A9-780DAAD22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709CC-2AAF-AB97-FC05-0FEE49E99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A23487-8382-1BF9-53DF-07DE378193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C52282-0321-C05C-DFCD-FF22B4E34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62F67-0D98-69A7-A702-358FEC4F8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29195-79AD-FB96-34B2-A14B241E7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33105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FCB84-CB28-02E7-DB71-5DA9D8FBB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6EB0E-BD0C-A9EB-1182-D0765B2C9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442EB1-5C07-630A-6E2F-079FB8861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4C8F18-9A79-EB53-E7A4-3068D280D8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FA7989-F6FB-DB8E-5F36-75534D8402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7DA0D5-6544-7903-8DD7-DAC0743F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CC5928-36F1-43DC-2381-5A4C3EE2E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B4A400-9318-650A-FC41-62B6D268E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64188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96992-63C4-6B85-B1F9-ED142A0F9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4E0863-2A90-643E-380B-17676F842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6D40BB-B1E0-F043-9FFE-810742581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74ACE1-35F7-8504-010C-BBF80DD0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78203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BFB5C2-A427-8EBD-04BE-7F15C1A69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65BD0E-1ECA-7140-91FF-0E27D364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CDF813-0067-F914-E81F-094088223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63925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02467-D5C5-7A50-87FA-797C2E1C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29E59-9508-A2A9-F667-2FA275EEF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50A8D-F629-7495-96FF-E6ACB9954E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FEAFD8-B25F-270B-C543-AF3096A0F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3BAFA-1F84-8D86-0AC8-BDE3183AD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CCC4BB-4E8D-F171-E85C-0289C8050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0391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B29D0-ACEA-C9EA-1156-ACC436318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040C66-07A4-8FBE-D62A-787DAA6059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68353C-BE34-8626-BF0F-537EBC8120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E58EA0-EFC6-5F2D-FDFA-9C98CFD35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BB0115-1993-0E4B-5C77-6DD922F77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EF9BFE-F5F4-23F8-042E-E6FD510BE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9265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E0B49-AD36-FFE7-5BC2-822C46102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BA6B9-D889-9D57-D95F-F7DAF35CA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59043-5451-CDF2-5FAA-D5830FD3C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90595B-DD7E-2CE0-0874-13A031CAB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18D005-587A-F369-A601-3F5001C79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09992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BFBA27-1173-1DF9-F2D1-747787EE9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C2C0AD-A6B5-7D11-4915-7862F3BEC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23641-F880-8027-10C4-11789690C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13B49-FA2B-3E1F-84E7-FD845D538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EC999C-9D97-4965-61F4-BE4C00E92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71737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096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ducial (27&quot;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70C5DF6-CD1F-55C9-DC77-11582FC30E39}"/>
              </a:ext>
            </a:extLst>
          </p:cNvPr>
          <p:cNvSpPr/>
          <p:nvPr userDrawn="1"/>
        </p:nvSpPr>
        <p:spPr>
          <a:xfrm>
            <a:off x="11529753" y="167730"/>
            <a:ext cx="472423" cy="44741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042535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iducial (24&quot;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0EC4258-E658-AA42-C0FE-69BD278F5F67}"/>
              </a:ext>
            </a:extLst>
          </p:cNvPr>
          <p:cNvSpPr/>
          <p:nvPr userDrawn="1"/>
        </p:nvSpPr>
        <p:spPr>
          <a:xfrm>
            <a:off x="11529753" y="167730"/>
            <a:ext cx="472423" cy="44741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50855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F74734-D5B5-34F0-746F-C4C57B055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D33639-0A6C-8617-66E5-F1B43E9D3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F2396F-E503-B1B2-6F93-7C5C9A7597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FEDD25-DB75-7B63-4DF7-7D895BE9C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CCBD-0208-321B-D4FC-92F79309EE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5390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14217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E3E4FE9-08D1-F56C-F1AB-D5A503624603}"/>
              </a:ext>
            </a:extLst>
          </p:cNvPr>
          <p:cNvSpPr txBox="1"/>
          <p:nvPr/>
        </p:nvSpPr>
        <p:spPr>
          <a:xfrm>
            <a:off x="5598334" y="638340"/>
            <a:ext cx="2579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Recorded responses</a:t>
            </a:r>
            <a:endParaRPr lang="en-DK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C1E787-BAFE-1743-68A6-F7865F5620DF}"/>
              </a:ext>
            </a:extLst>
          </p:cNvPr>
          <p:cNvSpPr txBox="1"/>
          <p:nvPr/>
        </p:nvSpPr>
        <p:spPr>
          <a:xfrm>
            <a:off x="5598334" y="2100107"/>
            <a:ext cx="2891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Psychometric Function</a:t>
            </a:r>
            <a:endParaRPr lang="en-DK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2594B19-6755-43D0-5E61-CCF7F22BF19E}"/>
              </a:ext>
            </a:extLst>
          </p:cNvPr>
          <p:cNvCxnSpPr>
            <a:cxnSpLocks/>
            <a:stCxn id="15" idx="1"/>
            <a:endCxn id="6" idx="3"/>
          </p:cNvCxnSpPr>
          <p:nvPr/>
        </p:nvCxnSpPr>
        <p:spPr>
          <a:xfrm flipH="1">
            <a:off x="5148072" y="2253996"/>
            <a:ext cx="45026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9FDA4A8-0927-E25C-0AEE-D069E9891FFD}"/>
              </a:ext>
            </a:extLst>
          </p:cNvPr>
          <p:cNvSpPr txBox="1"/>
          <p:nvPr/>
        </p:nvSpPr>
        <p:spPr>
          <a:xfrm>
            <a:off x="5598334" y="3869651"/>
            <a:ext cx="2891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Manual response task</a:t>
            </a:r>
            <a:endParaRPr lang="en-DK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827F4DD-E937-380A-9F71-A58139E92912}"/>
              </a:ext>
            </a:extLst>
          </p:cNvPr>
          <p:cNvCxnSpPr>
            <a:cxnSpLocks/>
            <a:stCxn id="17" idx="1"/>
            <a:endCxn id="5" idx="3"/>
          </p:cNvCxnSpPr>
          <p:nvPr/>
        </p:nvCxnSpPr>
        <p:spPr>
          <a:xfrm flipH="1">
            <a:off x="5148072" y="4023540"/>
            <a:ext cx="450262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4CA7BF2-DF59-FC0E-17BA-864518C3D8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56" y="448078"/>
            <a:ext cx="4617216" cy="41247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C60769-BFCA-1CEC-7E1B-CC2DA25BE132}"/>
              </a:ext>
            </a:extLst>
          </p:cNvPr>
          <p:cNvSpPr/>
          <p:nvPr/>
        </p:nvSpPr>
        <p:spPr>
          <a:xfrm>
            <a:off x="530856" y="3474290"/>
            <a:ext cx="4617216" cy="109850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FA6282-E347-3262-07D1-6A544BFCD96F}"/>
              </a:ext>
            </a:extLst>
          </p:cNvPr>
          <p:cNvSpPr/>
          <p:nvPr/>
        </p:nvSpPr>
        <p:spPr>
          <a:xfrm>
            <a:off x="4007456" y="1078991"/>
            <a:ext cx="1140616" cy="235000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E90DFF-F98D-E618-E165-B0CD5A7C615F}"/>
              </a:ext>
            </a:extLst>
          </p:cNvPr>
          <p:cNvSpPr/>
          <p:nvPr/>
        </p:nvSpPr>
        <p:spPr>
          <a:xfrm>
            <a:off x="530856" y="1078991"/>
            <a:ext cx="3437640" cy="235000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1A6E1B61-2063-959D-203C-6DBCFD366ADD}"/>
              </a:ext>
            </a:extLst>
          </p:cNvPr>
          <p:cNvCxnSpPr>
            <a:cxnSpLocks/>
            <a:stCxn id="10" idx="1"/>
            <a:endCxn id="7" idx="0"/>
          </p:cNvCxnSpPr>
          <p:nvPr/>
        </p:nvCxnSpPr>
        <p:spPr>
          <a:xfrm rot="10800000" flipV="1">
            <a:off x="2249676" y="792229"/>
            <a:ext cx="3348658" cy="286762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600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9263F7C4-BC14-E4B3-9809-2BD202D34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1127" y="1980998"/>
            <a:ext cx="8005263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126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109D47-5E23-0615-96E3-699A3FC089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599" y="1980998"/>
            <a:ext cx="8024211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24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380459A-3719-EB89-19D3-EE394D9A4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2548" y="1980998"/>
            <a:ext cx="8062105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81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067071-FA3D-0179-F557-4A2DA8EBA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30" y="1989000"/>
            <a:ext cx="4785117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C7DC8EA-B991-A71C-99CA-26E3725439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6875" y="1989000"/>
            <a:ext cx="5358140" cy="28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9B2773-1260-8B62-1093-F51D8F40E450}"/>
              </a:ext>
            </a:extLst>
          </p:cNvPr>
          <p:cNvSpPr txBox="1"/>
          <p:nvPr/>
        </p:nvSpPr>
        <p:spPr>
          <a:xfrm>
            <a:off x="840930" y="1410159"/>
            <a:ext cx="45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A)</a:t>
            </a:r>
            <a:endParaRPr lang="en-DK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9F8DDF-0F98-67FA-669B-8A56E320F7CF}"/>
              </a:ext>
            </a:extLst>
          </p:cNvPr>
          <p:cNvSpPr txBox="1"/>
          <p:nvPr/>
        </p:nvSpPr>
        <p:spPr>
          <a:xfrm>
            <a:off x="5886705" y="1410158"/>
            <a:ext cx="4603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B)</a:t>
            </a:r>
            <a:endParaRPr lang="en-DK" sz="2400" dirty="0"/>
          </a:p>
        </p:txBody>
      </p:sp>
    </p:spTree>
    <p:extLst>
      <p:ext uri="{BB962C8B-B14F-4D97-AF65-F5344CB8AC3E}">
        <p14:creationId xmlns:p14="http://schemas.microsoft.com/office/powerpoint/2010/main" val="2238735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E99D532-0D1E-70C0-8303-C79EFBB55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245" y="1989000"/>
            <a:ext cx="4775510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863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82D32A-7F1A-EB1C-CABA-BE7E33EBC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359" y="2161373"/>
            <a:ext cx="3924528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7D6028-BBA8-6BE2-EE41-78E02923F6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501" y="2161373"/>
            <a:ext cx="5358140" cy="28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228ABE-73C7-5456-EBAD-84AC2F9C8F1F}"/>
              </a:ext>
            </a:extLst>
          </p:cNvPr>
          <p:cNvSpPr txBox="1"/>
          <p:nvPr/>
        </p:nvSpPr>
        <p:spPr>
          <a:xfrm>
            <a:off x="1355359" y="1640990"/>
            <a:ext cx="45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A)</a:t>
            </a:r>
            <a:endParaRPr lang="en-DK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1C46CE-4F9E-0071-542B-B3C8CFC7342C}"/>
              </a:ext>
            </a:extLst>
          </p:cNvPr>
          <p:cNvSpPr txBox="1"/>
          <p:nvPr/>
        </p:nvSpPr>
        <p:spPr>
          <a:xfrm>
            <a:off x="5416072" y="1640989"/>
            <a:ext cx="4603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B)</a:t>
            </a:r>
            <a:endParaRPr lang="en-DK" sz="2400" dirty="0"/>
          </a:p>
        </p:txBody>
      </p:sp>
    </p:spTree>
    <p:extLst>
      <p:ext uri="{BB962C8B-B14F-4D97-AF65-F5344CB8AC3E}">
        <p14:creationId xmlns:p14="http://schemas.microsoft.com/office/powerpoint/2010/main" val="1013029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178909-068B-B352-C2BC-712ABC2264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6073" y="1865548"/>
            <a:ext cx="5606108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695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5251B-6AB3-63B6-A263-8C1CB226A7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584" y="2238114"/>
            <a:ext cx="3890104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92E858-5410-7277-4E2C-E3B7CCAC8F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8617" y="2238114"/>
            <a:ext cx="5358140" cy="288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FF6EE8-DBAE-7042-C50E-A7BB0E73F713}"/>
              </a:ext>
            </a:extLst>
          </p:cNvPr>
          <p:cNvSpPr txBox="1"/>
          <p:nvPr/>
        </p:nvSpPr>
        <p:spPr>
          <a:xfrm>
            <a:off x="1284584" y="1664714"/>
            <a:ext cx="45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A)</a:t>
            </a:r>
            <a:endParaRPr lang="en-DK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6A289-ADD3-902E-F8A6-A90E0FD06DDE}"/>
              </a:ext>
            </a:extLst>
          </p:cNvPr>
          <p:cNvSpPr txBox="1"/>
          <p:nvPr/>
        </p:nvSpPr>
        <p:spPr>
          <a:xfrm>
            <a:off x="5372289" y="1664713"/>
            <a:ext cx="4603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B)</a:t>
            </a:r>
            <a:endParaRPr lang="en-DK" sz="2400" dirty="0"/>
          </a:p>
        </p:txBody>
      </p:sp>
    </p:spTree>
    <p:extLst>
      <p:ext uri="{BB962C8B-B14F-4D97-AF65-F5344CB8AC3E}">
        <p14:creationId xmlns:p14="http://schemas.microsoft.com/office/powerpoint/2010/main" val="19925549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C91730-0CC0-C546-51DC-03920F12B6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8609" y="1989000"/>
            <a:ext cx="5634782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466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1590FE-24CB-109C-812D-71ACDD238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679" y="1989000"/>
            <a:ext cx="3924528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11F9BC-C9D3-6B2C-11D1-0E107B2DBE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101" y="1989000"/>
            <a:ext cx="5358140" cy="28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4725B1-A43F-BA5E-E270-1646DEEEA183}"/>
              </a:ext>
            </a:extLst>
          </p:cNvPr>
          <p:cNvSpPr txBox="1"/>
          <p:nvPr/>
        </p:nvSpPr>
        <p:spPr>
          <a:xfrm>
            <a:off x="2173679" y="1527335"/>
            <a:ext cx="45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A)</a:t>
            </a:r>
            <a:endParaRPr lang="en-DK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AECE98-2177-4C88-3EA8-0D9F3BD02B03}"/>
              </a:ext>
            </a:extLst>
          </p:cNvPr>
          <p:cNvSpPr txBox="1"/>
          <p:nvPr/>
        </p:nvSpPr>
        <p:spPr>
          <a:xfrm>
            <a:off x="6096000" y="1527334"/>
            <a:ext cx="4603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B)</a:t>
            </a:r>
            <a:endParaRPr lang="en-DK" sz="2400" dirty="0"/>
          </a:p>
        </p:txBody>
      </p:sp>
    </p:spTree>
    <p:extLst>
      <p:ext uri="{BB962C8B-B14F-4D97-AF65-F5344CB8AC3E}">
        <p14:creationId xmlns:p14="http://schemas.microsoft.com/office/powerpoint/2010/main" val="15246555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3C6ED9-8C77-902E-9732-D1747B79D9BF}"/>
              </a:ext>
            </a:extLst>
          </p:cNvPr>
          <p:cNvSpPr txBox="1"/>
          <p:nvPr/>
        </p:nvSpPr>
        <p:spPr>
          <a:xfrm>
            <a:off x="669074" y="446048"/>
            <a:ext cx="103706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During the test you will hear a series of three tones, after which you will be asked which one in this series was different from the others.</a:t>
            </a:r>
            <a:endParaRPr kumimoji="0" lang="en-DK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69940E-EAE9-8091-9A71-656FB4AE28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228" y="2629968"/>
            <a:ext cx="3553787" cy="1999005"/>
          </a:xfrm>
          <a:prstGeom prst="rect">
            <a:avLst/>
          </a:prstGeom>
          <a:ln w="12700" cap="sq">
            <a:solidFill>
              <a:schemeClr val="tx1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2A8DF2-5142-ED81-763E-8EA1E3F5FD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4742" y="3025065"/>
            <a:ext cx="2900575" cy="1603908"/>
          </a:xfrm>
          <a:prstGeom prst="rect">
            <a:avLst/>
          </a:prstGeom>
          <a:ln w="12700" cap="sq">
            <a:noFill/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Arrow: Right 22">
            <a:extLst>
              <a:ext uri="{FF2B5EF4-FFF2-40B4-BE49-F238E27FC236}">
                <a16:creationId xmlns:a16="http://schemas.microsoft.com/office/drawing/2014/main" id="{1B59C880-2803-533A-FB2E-44B3B36FCF96}"/>
              </a:ext>
            </a:extLst>
          </p:cNvPr>
          <p:cNvSpPr/>
          <p:nvPr/>
        </p:nvSpPr>
        <p:spPr>
          <a:xfrm>
            <a:off x="5498780" y="3267055"/>
            <a:ext cx="1092820" cy="72483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670937-6F62-9732-ACA3-2936E85A2F63}"/>
              </a:ext>
            </a:extLst>
          </p:cNvPr>
          <p:cNvSpPr txBox="1"/>
          <p:nvPr/>
        </p:nvSpPr>
        <p:spPr>
          <a:xfrm>
            <a:off x="2098781" y="5064815"/>
            <a:ext cx="2574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You will hear three tones.</a:t>
            </a:r>
            <a:endParaRPr kumimoji="0" lang="en-DK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F08D86-E6B7-AECA-4A90-9B3E94EE0BDF}"/>
              </a:ext>
            </a:extLst>
          </p:cNvPr>
          <p:cNvSpPr txBox="1"/>
          <p:nvPr/>
        </p:nvSpPr>
        <p:spPr>
          <a:xfrm>
            <a:off x="6823288" y="5064815"/>
            <a:ext cx="36150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Press the button on the joystick that match the pattern of tones you heard.</a:t>
            </a:r>
            <a:endParaRPr kumimoji="0" lang="en-DK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6D19E3-7BE2-58FF-5D31-F67DDF4A3D35}"/>
              </a:ext>
            </a:extLst>
          </p:cNvPr>
          <p:cNvSpPr/>
          <p:nvPr/>
        </p:nvSpPr>
        <p:spPr>
          <a:xfrm>
            <a:off x="6727486" y="2629968"/>
            <a:ext cx="3710885" cy="19990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7172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301087-9B3F-3BA1-F3E7-075B023A2E82}"/>
              </a:ext>
            </a:extLst>
          </p:cNvPr>
          <p:cNvSpPr txBox="1"/>
          <p:nvPr/>
        </p:nvSpPr>
        <p:spPr>
          <a:xfrm>
            <a:off x="669074" y="446048"/>
            <a:ext cx="103706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During the test you will hear see a series of cues on the screen. Your task is to select the cue at which you heard a tone.</a:t>
            </a:r>
            <a:endParaRPr kumimoji="0" lang="en-DK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7B02D3-DC36-B549-C240-F3E1CBF7D0FA}"/>
              </a:ext>
            </a:extLst>
          </p:cNvPr>
          <p:cNvSpPr/>
          <p:nvPr/>
        </p:nvSpPr>
        <p:spPr>
          <a:xfrm>
            <a:off x="1271240" y="2341756"/>
            <a:ext cx="1572322" cy="1326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en-DK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FDD619-F2DA-087F-A4A0-922139D697D6}"/>
              </a:ext>
            </a:extLst>
          </p:cNvPr>
          <p:cNvSpPr/>
          <p:nvPr/>
        </p:nvSpPr>
        <p:spPr>
          <a:xfrm>
            <a:off x="3895494" y="2341756"/>
            <a:ext cx="1572322" cy="1326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en-DK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732D02-111A-ACCB-002D-2B95F1244A46}"/>
              </a:ext>
            </a:extLst>
          </p:cNvPr>
          <p:cNvSpPr/>
          <p:nvPr/>
        </p:nvSpPr>
        <p:spPr>
          <a:xfrm>
            <a:off x="6519748" y="2341756"/>
            <a:ext cx="1572322" cy="1326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en-DK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285A9B-EAD7-F25C-90E4-43F1D32AF11C}"/>
              </a:ext>
            </a:extLst>
          </p:cNvPr>
          <p:cNvSpPr/>
          <p:nvPr/>
        </p:nvSpPr>
        <p:spPr>
          <a:xfrm>
            <a:off x="9144001" y="2341755"/>
            <a:ext cx="1572322" cy="1326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  <a:endParaRPr kumimoji="0" lang="en-DK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43FAF6-56E1-8736-FDCA-8C0E37616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4471" y="4629352"/>
            <a:ext cx="3618944" cy="150648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E2D3560-3334-AE12-A60B-25C21303C93A}"/>
              </a:ext>
            </a:extLst>
          </p:cNvPr>
          <p:cNvSpPr/>
          <p:nvPr/>
        </p:nvSpPr>
        <p:spPr>
          <a:xfrm>
            <a:off x="4414471" y="4516244"/>
            <a:ext cx="3363057" cy="18957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81D6B1E6-9546-2B52-DD08-65A8AC2A17FE}"/>
              </a:ext>
            </a:extLst>
          </p:cNvPr>
          <p:cNvSpPr/>
          <p:nvPr/>
        </p:nvSpPr>
        <p:spPr>
          <a:xfrm>
            <a:off x="5675971" y="3909833"/>
            <a:ext cx="1025912" cy="506062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1F81802-E70F-10DC-5D65-615E51DEF3B5}"/>
              </a:ext>
            </a:extLst>
          </p:cNvPr>
          <p:cNvSpPr/>
          <p:nvPr/>
        </p:nvSpPr>
        <p:spPr>
          <a:xfrm>
            <a:off x="3159515" y="2795499"/>
            <a:ext cx="490653" cy="41259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20CE4861-313F-AB46-9B29-5DB8829399B3}"/>
              </a:ext>
            </a:extLst>
          </p:cNvPr>
          <p:cNvSpPr/>
          <p:nvPr/>
        </p:nvSpPr>
        <p:spPr>
          <a:xfrm>
            <a:off x="5783769" y="2798954"/>
            <a:ext cx="490653" cy="41259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96442030-E615-0B6E-5498-1DE51863530F}"/>
              </a:ext>
            </a:extLst>
          </p:cNvPr>
          <p:cNvSpPr/>
          <p:nvPr/>
        </p:nvSpPr>
        <p:spPr>
          <a:xfrm>
            <a:off x="8376429" y="2798953"/>
            <a:ext cx="490653" cy="41259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1428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VisualStimuli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</TotalTime>
  <Words>150</Words>
  <Application>Microsoft Office PowerPoint</Application>
  <PresentationFormat>Widescreen</PresentationFormat>
  <Paragraphs>45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VisualStimuli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51</cp:revision>
  <dcterms:created xsi:type="dcterms:W3CDTF">2025-11-01T07:30:55Z</dcterms:created>
  <dcterms:modified xsi:type="dcterms:W3CDTF">2026-01-06T18:15:38Z</dcterms:modified>
</cp:coreProperties>
</file>