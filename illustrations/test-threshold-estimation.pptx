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467" autoAdjust="0"/>
  </p:normalViewPr>
  <p:slideViewPr>
    <p:cSldViewPr snapToGrid="0">
      <p:cViewPr varScale="1">
        <p:scale>
          <a:sx n="58" d="100"/>
          <a:sy n="58" d="100"/>
        </p:scale>
        <p:origin x="9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B862AD-9C40-401D-B25A-EFF016BC1B1D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73C79A-452F-414A-AC94-4E22DAD01198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78884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70245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73C79A-452F-414A-AC94-4E22DAD01198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16402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5EAD1-04F2-D0CA-48B9-463F89F62C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9DAB17-0A56-73E5-FFF2-12F36A18F3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4F2DA-055F-345F-F0EE-1E1DF061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DCB66-D35E-F2AF-816D-5804DFB0C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181DFD-48B9-7554-AABE-19C780A9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18877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A6E4A-3DA4-62F9-ADD1-352444F7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75396-658B-6278-B63D-5A03045F9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C9B7C-DEEB-F52D-270E-AA6E71E0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41082-2DE7-FBC2-D47A-33362832A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1A894-998C-C029-9BEE-89B43E002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72869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E28EB-18AA-D6C5-DEFD-78E50344C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CB2A5-B62C-919D-FFCE-61F0681127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13644-EB5B-82E3-27DD-2FDEED9AF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3B6B3-75C5-CC76-AD65-4C9C7DEC2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BD4C0-5EC0-FC2C-98F8-18672D484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80423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C12A5-B15A-79E3-E2A9-780DAAD22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709CC-2AAF-AB97-FC05-0FEE49E99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A23487-8382-1BF9-53DF-07DE378193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C52282-0321-C05C-DFCD-FF22B4E34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62F67-0D98-69A7-A702-358FEC4F8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C29195-79AD-FB96-34B2-A14B241E7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33105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FCB84-CB28-02E7-DB71-5DA9D8FBB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6EB0E-BD0C-A9EB-1182-D0765B2C9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442EB1-5C07-630A-6E2F-079FB8861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4C8F18-9A79-EB53-E7A4-3068D280D8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FA7989-F6FB-DB8E-5F36-75534D8402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7DA0D5-6544-7903-8DD7-DAC0743F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CC5928-36F1-43DC-2381-5A4C3EE2E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B4A400-9318-650A-FC41-62B6D268E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64188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96992-63C4-6B85-B1F9-ED142A0F9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4E0863-2A90-643E-380B-17676F842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6D40BB-B1E0-F043-9FFE-810742581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74ACE1-35F7-8504-010C-BBF80DD0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78203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BFB5C2-A427-8EBD-04BE-7F15C1A69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65BD0E-1ECA-7140-91FF-0E27D364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CDF813-0067-F914-E81F-094088223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63925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02467-D5C5-7A50-87FA-797C2E1C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29E59-9508-A2A9-F667-2FA275EEF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50A8D-F629-7495-96FF-E6ACB9954E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FEAFD8-B25F-270B-C543-AF3096A0F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3BAFA-1F84-8D86-0AC8-BDE3183AD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CCC4BB-4E8D-F171-E85C-0289C8050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0391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B29D0-ACEA-C9EA-1156-ACC436318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040C66-07A4-8FBE-D62A-787DAA6059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68353C-BE34-8626-BF0F-537EBC8120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E58EA0-EFC6-5F2D-FDFA-9C98CFD35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BB0115-1993-0E4B-5C77-6DD922F77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EF9BFE-F5F4-23F8-042E-E6FD510BE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9265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E0B49-AD36-FFE7-5BC2-822C46102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BA6B9-D889-9D57-D95F-F7DAF35CA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59043-5451-CDF2-5FAA-D5830FD3C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90595B-DD7E-2CE0-0874-13A031CAB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18D005-587A-F369-A601-3F5001C79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09992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BFBA27-1173-1DF9-F2D1-747787EE9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C2C0AD-A6B5-7D11-4915-7862F3BEC4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B23641-F880-8027-10C4-11789690C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D6754-5EC6-489C-99C4-13243F598B17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13B49-FA2B-3E1F-84E7-FD845D538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EC999C-9D97-4965-61F4-BE4C00E92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7173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F74734-D5B5-34F0-746F-C4C57B055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D33639-0A6C-8617-66E5-F1B43E9D38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F2396F-E503-B1B2-6F93-7C5C9A7597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D6754-5EC6-489C-99C4-13243F598B17}" type="datetimeFigureOut">
              <a:rPr lang="en-DK" smtClean="0"/>
              <a:t>27/12/2025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FEDD25-DB75-7B63-4DF7-7D895BE9C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CCBD-0208-321B-D4FC-92F79309EE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98DBC2-45ED-4089-AB52-A7D2C59F0A2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5390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E3E4FE9-08D1-F56C-F1AB-D5A503624603}"/>
              </a:ext>
            </a:extLst>
          </p:cNvPr>
          <p:cNvSpPr txBox="1"/>
          <p:nvPr/>
        </p:nvSpPr>
        <p:spPr>
          <a:xfrm>
            <a:off x="5598334" y="638340"/>
            <a:ext cx="2579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Recorded responses</a:t>
            </a:r>
            <a:endParaRPr lang="en-DK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C1E787-BAFE-1743-68A6-F7865F5620DF}"/>
              </a:ext>
            </a:extLst>
          </p:cNvPr>
          <p:cNvSpPr txBox="1"/>
          <p:nvPr/>
        </p:nvSpPr>
        <p:spPr>
          <a:xfrm>
            <a:off x="5598334" y="2100107"/>
            <a:ext cx="2891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Psychometric Function</a:t>
            </a:r>
            <a:endParaRPr lang="en-DK" sz="1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2594B19-6755-43D0-5E61-CCF7F22BF19E}"/>
              </a:ext>
            </a:extLst>
          </p:cNvPr>
          <p:cNvCxnSpPr>
            <a:cxnSpLocks/>
            <a:stCxn id="15" idx="1"/>
            <a:endCxn id="6" idx="3"/>
          </p:cNvCxnSpPr>
          <p:nvPr/>
        </p:nvCxnSpPr>
        <p:spPr>
          <a:xfrm flipH="1">
            <a:off x="5148072" y="2253996"/>
            <a:ext cx="45026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9FDA4A8-0927-E25C-0AEE-D069E9891FFD}"/>
              </a:ext>
            </a:extLst>
          </p:cNvPr>
          <p:cNvSpPr txBox="1"/>
          <p:nvPr/>
        </p:nvSpPr>
        <p:spPr>
          <a:xfrm>
            <a:off x="5598334" y="3869651"/>
            <a:ext cx="2891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Manual response task</a:t>
            </a:r>
            <a:endParaRPr lang="en-DK" sz="1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827F4DD-E937-380A-9F71-A58139E92912}"/>
              </a:ext>
            </a:extLst>
          </p:cNvPr>
          <p:cNvCxnSpPr>
            <a:cxnSpLocks/>
            <a:stCxn id="17" idx="1"/>
            <a:endCxn id="5" idx="3"/>
          </p:cNvCxnSpPr>
          <p:nvPr/>
        </p:nvCxnSpPr>
        <p:spPr>
          <a:xfrm flipH="1">
            <a:off x="5148072" y="4023540"/>
            <a:ext cx="450262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4CA7BF2-DF59-FC0E-17BA-864518C3D8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56" y="448078"/>
            <a:ext cx="4617216" cy="41247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C60769-BFCA-1CEC-7E1B-CC2DA25BE132}"/>
              </a:ext>
            </a:extLst>
          </p:cNvPr>
          <p:cNvSpPr/>
          <p:nvPr/>
        </p:nvSpPr>
        <p:spPr>
          <a:xfrm>
            <a:off x="530856" y="3474290"/>
            <a:ext cx="4617216" cy="109850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FA6282-E347-3262-07D1-6A544BFCD96F}"/>
              </a:ext>
            </a:extLst>
          </p:cNvPr>
          <p:cNvSpPr/>
          <p:nvPr/>
        </p:nvSpPr>
        <p:spPr>
          <a:xfrm>
            <a:off x="4007456" y="1078991"/>
            <a:ext cx="1140616" cy="235000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E90DFF-F98D-E618-E165-B0CD5A7C615F}"/>
              </a:ext>
            </a:extLst>
          </p:cNvPr>
          <p:cNvSpPr/>
          <p:nvPr/>
        </p:nvSpPr>
        <p:spPr>
          <a:xfrm>
            <a:off x="530856" y="1078991"/>
            <a:ext cx="3437640" cy="235000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1A6E1B61-2063-959D-203C-6DBCFD366ADD}"/>
              </a:ext>
            </a:extLst>
          </p:cNvPr>
          <p:cNvCxnSpPr>
            <a:cxnSpLocks/>
            <a:stCxn id="10" idx="1"/>
            <a:endCxn id="7" idx="0"/>
          </p:cNvCxnSpPr>
          <p:nvPr/>
        </p:nvCxnSpPr>
        <p:spPr>
          <a:xfrm rot="10800000" flipV="1">
            <a:off x="2249676" y="792229"/>
            <a:ext cx="3348658" cy="286762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600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126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</TotalTime>
  <Words>9</Words>
  <Application>Microsoft Office PowerPoint</Application>
  <PresentationFormat>Widescreen</PresentationFormat>
  <Paragraphs>5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8</cp:revision>
  <dcterms:created xsi:type="dcterms:W3CDTF">2025-11-01T07:30:55Z</dcterms:created>
  <dcterms:modified xsi:type="dcterms:W3CDTF">2025-12-27T08:59:22Z</dcterms:modified>
</cp:coreProperties>
</file>