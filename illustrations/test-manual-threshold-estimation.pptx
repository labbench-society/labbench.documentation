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8" r:id="rId3"/>
    <p:sldId id="257" r:id="rId4"/>
    <p:sldId id="259" r:id="rId5"/>
    <p:sldId id="260" r:id="rId6"/>
  </p:sldIdLst>
  <p:sldSz cx="12192000" cy="6858000"/>
  <p:notesSz cx="6858000" cy="9144000"/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5666" autoAdjust="0"/>
  </p:normalViewPr>
  <p:slideViewPr>
    <p:cSldViewPr snapToGrid="0">
      <p:cViewPr varScale="1">
        <p:scale>
          <a:sx n="84" d="100"/>
          <a:sy n="84" d="100"/>
        </p:scale>
        <p:origin x="708" y="78"/>
      </p:cViewPr>
      <p:guideLst/>
    </p:cSldViewPr>
  </p:slideViewPr>
  <p:notesTextViewPr>
    <p:cViewPr>
      <p:scale>
        <a:sx n="99" d="100"/>
        <a:sy n="99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D129D7-B378-442E-985A-502F36362658}" type="datetimeFigureOut">
              <a:rPr lang="en-DK" smtClean="0"/>
              <a:t>07/11/2025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FBF337-99FE-4EE0-A4E6-C6149BA1C4FE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85459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Yes/No</a:t>
            </a:r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FBF337-99FE-4EE0-A4E6-C6149BA1C4FE}" type="slidenum">
              <a:rPr lang="en-DK" smtClean="0"/>
              <a:t>2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425460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Interval Forced Choice</a:t>
            </a:r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FBF337-99FE-4EE0-A4E6-C6149BA1C4FE}" type="slidenum">
              <a:rPr lang="en-DK" smtClean="0"/>
              <a:t>3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6399686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Catch Trial</a:t>
            </a:r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FBF337-99FE-4EE0-A4E6-C6149BA1C4FE}" type="slidenum">
              <a:rPr lang="en-DK" smtClean="0"/>
              <a:t>4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764735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5EAD1-04F2-D0CA-48B9-463F89F62C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9DAB17-0A56-73E5-FFF2-12F36A18F3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44F2DA-055F-345F-F0EE-1E1DF0612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D6754-5EC6-489C-99C4-13243F598B17}" type="datetimeFigureOut">
              <a:rPr lang="en-DK" smtClean="0"/>
              <a:t>07/11/2025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1DCB66-D35E-F2AF-816D-5804DFB0C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181DFD-48B9-7554-AABE-19C780A9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8DBC2-45ED-4089-AB52-A7D2C59F0A2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018877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A6E4A-3DA4-62F9-ADD1-352444F74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75396-658B-6278-B63D-5A03045F9A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EC9B7C-DEEB-F52D-270E-AA6E71E00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D6754-5EC6-489C-99C4-13243F598B17}" type="datetimeFigureOut">
              <a:rPr lang="en-DK" smtClean="0"/>
              <a:t>07/11/2025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941082-2DE7-FBC2-D47A-33362832A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11A894-998C-C029-9BEE-89B43E002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8DBC2-45ED-4089-AB52-A7D2C59F0A2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872869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E28EB-18AA-D6C5-DEFD-78E50344C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4CB2A5-B62C-919D-FFCE-61F0681127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913644-EB5B-82E3-27DD-2FDEED9AF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D6754-5EC6-489C-99C4-13243F598B17}" type="datetimeFigureOut">
              <a:rPr lang="en-DK" smtClean="0"/>
              <a:t>07/11/2025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93B6B3-75C5-CC76-AD65-4C9C7DEC2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7BD4C0-5EC0-FC2C-98F8-18672D484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8DBC2-45ED-4089-AB52-A7D2C59F0A2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480423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C12A5-B15A-79E3-E2A9-780DAAD22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709CC-2AAF-AB97-FC05-0FEE49E99B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A23487-8382-1BF9-53DF-07DE378193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52282-0321-C05C-DFCD-FF22B4E34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D6754-5EC6-489C-99C4-13243F598B17}" type="datetimeFigureOut">
              <a:rPr lang="en-DK" smtClean="0"/>
              <a:t>07/11/2025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562F67-0D98-69A7-A702-358FEC4F8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C29195-79AD-FB96-34B2-A14B241E7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8DBC2-45ED-4089-AB52-A7D2C59F0A2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933105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FCB84-CB28-02E7-DB71-5DA9D8FBB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26EB0E-BD0C-A9EB-1182-D0765B2C92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442EB1-5C07-630A-6E2F-079FB88612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4C8F18-9A79-EB53-E7A4-3068D280D8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FA7989-F6FB-DB8E-5F36-75534D8402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7DA0D5-6544-7903-8DD7-DAC0743FD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D6754-5EC6-489C-99C4-13243F598B17}" type="datetimeFigureOut">
              <a:rPr lang="en-DK" smtClean="0"/>
              <a:t>07/11/2025</a:t>
            </a:fld>
            <a:endParaRPr lang="en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CC5928-36F1-43DC-2381-5A4C3EE2E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B4A400-9318-650A-FC41-62B6D268E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8DBC2-45ED-4089-AB52-A7D2C59F0A2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264188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96992-63C4-6B85-B1F9-ED142A0F9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4E0863-2A90-643E-380B-17676F842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D6754-5EC6-489C-99C4-13243F598B17}" type="datetimeFigureOut">
              <a:rPr lang="en-DK" smtClean="0"/>
              <a:t>07/11/2025</a:t>
            </a:fld>
            <a:endParaRPr lang="en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6D40BB-B1E0-F043-9FFE-810742581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74ACE1-35F7-8504-010C-BBF80DD07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8DBC2-45ED-4089-AB52-A7D2C59F0A2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178203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BFB5C2-A427-8EBD-04BE-7F15C1A69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D6754-5EC6-489C-99C4-13243F598B17}" type="datetimeFigureOut">
              <a:rPr lang="en-DK" smtClean="0"/>
              <a:t>07/11/2025</a:t>
            </a:fld>
            <a:endParaRPr lang="en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65BD0E-1ECA-7140-91FF-0E27D364B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CDF813-0067-F914-E81F-094088223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8DBC2-45ED-4089-AB52-A7D2C59F0A2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363925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02467-D5C5-7A50-87FA-797C2E1C6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29E59-9508-A2A9-F667-2FA275EEF1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550A8D-F629-7495-96FF-E6ACB9954E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FEAFD8-B25F-270B-C543-AF3096A0F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D6754-5EC6-489C-99C4-13243F598B17}" type="datetimeFigureOut">
              <a:rPr lang="en-DK" smtClean="0"/>
              <a:t>07/11/2025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F3BAFA-1F84-8D86-0AC8-BDE3183AD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CCC4BB-4E8D-F171-E85C-0289C8050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8DBC2-45ED-4089-AB52-A7D2C59F0A2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640391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B29D0-ACEA-C9EA-1156-ACC436318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040C66-07A4-8FBE-D62A-787DAA6059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68353C-BE34-8626-BF0F-537EBC8120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E58EA0-EFC6-5F2D-FDFA-9C98CFD35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D6754-5EC6-489C-99C4-13243F598B17}" type="datetimeFigureOut">
              <a:rPr lang="en-DK" smtClean="0"/>
              <a:t>07/11/2025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BB0115-1993-0E4B-5C77-6DD922F77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EF9BFE-F5F4-23F8-042E-E6FD510BE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8DBC2-45ED-4089-AB52-A7D2C59F0A2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9265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E0B49-AD36-FFE7-5BC2-822C46102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BBA6B9-D889-9D57-D95F-F7DAF35CA7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859043-5451-CDF2-5FAA-D5830FD3C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D6754-5EC6-489C-99C4-13243F598B17}" type="datetimeFigureOut">
              <a:rPr lang="en-DK" smtClean="0"/>
              <a:t>07/11/2025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90595B-DD7E-2CE0-0874-13A031CAB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18D005-587A-F369-A601-3F5001C79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8DBC2-45ED-4089-AB52-A7D2C59F0A2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009992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BFBA27-1173-1DF9-F2D1-747787EE95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C2C0AD-A6B5-7D11-4915-7862F3BEC4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B23641-F880-8027-10C4-11789690C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D6754-5EC6-489C-99C4-13243F598B17}" type="datetimeFigureOut">
              <a:rPr lang="en-DK" smtClean="0"/>
              <a:t>07/11/2025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013B49-FA2B-3E1F-84E7-FD845D538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EC999C-9D97-4965-61F4-BE4C00E92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8DBC2-45ED-4089-AB52-A7D2C59F0A2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07173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F74734-D5B5-34F0-746F-C4C57B055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D33639-0A6C-8617-66E5-F1B43E9D38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F2396F-E503-B1B2-6F93-7C5C9A7597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4D6754-5EC6-489C-99C4-13243F598B17}" type="datetimeFigureOut">
              <a:rPr lang="en-DK" smtClean="0"/>
              <a:t>07/11/2025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FEDD25-DB75-7B63-4DF7-7D895BE9C3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0CCBD-0208-321B-D4FC-92F79309EE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98DBC2-45ED-4089-AB52-A7D2C59F0A2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853903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6EA86D8-99AA-C228-FEC7-D24B24825B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7310" y="1417319"/>
            <a:ext cx="5853871" cy="366403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7C1E787-BAFE-1743-68A6-F7865F5620DF}"/>
              </a:ext>
            </a:extLst>
          </p:cNvPr>
          <p:cNvSpPr txBox="1"/>
          <p:nvPr/>
        </p:nvSpPr>
        <p:spPr>
          <a:xfrm>
            <a:off x="8284474" y="3064187"/>
            <a:ext cx="28911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Psychometric Function</a:t>
            </a:r>
            <a:endParaRPr lang="en-DK" sz="1400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2594B19-6755-43D0-5E61-CCF7F22BF19E}"/>
              </a:ext>
            </a:extLst>
          </p:cNvPr>
          <p:cNvCxnSpPr>
            <a:cxnSpLocks/>
            <a:stCxn id="15" idx="1"/>
            <a:endCxn id="6" idx="3"/>
          </p:cNvCxnSpPr>
          <p:nvPr/>
        </p:nvCxnSpPr>
        <p:spPr>
          <a:xfrm flipH="1">
            <a:off x="7821180" y="3218076"/>
            <a:ext cx="46329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9FDA4A8-0927-E25C-0AEE-D069E9891FFD}"/>
              </a:ext>
            </a:extLst>
          </p:cNvPr>
          <p:cNvSpPr txBox="1"/>
          <p:nvPr/>
        </p:nvSpPr>
        <p:spPr>
          <a:xfrm>
            <a:off x="8284474" y="4583329"/>
            <a:ext cx="10881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Responses</a:t>
            </a:r>
            <a:endParaRPr lang="en-DK" sz="1400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827F4DD-E937-380A-9F71-A58139E92912}"/>
              </a:ext>
            </a:extLst>
          </p:cNvPr>
          <p:cNvCxnSpPr>
            <a:cxnSpLocks/>
            <a:stCxn id="17" idx="1"/>
            <a:endCxn id="5" idx="3"/>
          </p:cNvCxnSpPr>
          <p:nvPr/>
        </p:nvCxnSpPr>
        <p:spPr>
          <a:xfrm flipH="1">
            <a:off x="7821180" y="4737218"/>
            <a:ext cx="463294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8FC60769-BFCA-1CEC-7E1B-CC2DA25BE132}"/>
              </a:ext>
            </a:extLst>
          </p:cNvPr>
          <p:cNvSpPr/>
          <p:nvPr/>
        </p:nvSpPr>
        <p:spPr>
          <a:xfrm>
            <a:off x="1967309" y="4393081"/>
            <a:ext cx="5853871" cy="688275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FA6282-E347-3262-07D1-6A544BFCD96F}"/>
              </a:ext>
            </a:extLst>
          </p:cNvPr>
          <p:cNvSpPr/>
          <p:nvPr/>
        </p:nvSpPr>
        <p:spPr>
          <a:xfrm>
            <a:off x="1969692" y="2043071"/>
            <a:ext cx="5851488" cy="2350009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9986006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DF4F13-CAFB-2DAB-2F5E-5608CC0D52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3327" y="1809000"/>
            <a:ext cx="6325346" cy="32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9001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6CB690-4E63-55BD-24D7-D2938EBBBE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2844" y="1809000"/>
            <a:ext cx="6386312" cy="32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181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1333ED1-D23C-F3C1-437B-7F1F72A736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3142" y="1809000"/>
            <a:ext cx="6325715" cy="32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360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3607732-82F7-AC58-918F-B675A88679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037" b="-1"/>
          <a:stretch>
            <a:fillRect/>
          </a:stretch>
        </p:blipFill>
        <p:spPr>
          <a:xfrm>
            <a:off x="6287067" y="1623060"/>
            <a:ext cx="5515745" cy="38255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6198A63-9DFD-DF4C-24E3-000D3127395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292"/>
          <a:stretch>
            <a:fillRect/>
          </a:stretch>
        </p:blipFill>
        <p:spPr>
          <a:xfrm>
            <a:off x="379663" y="1623059"/>
            <a:ext cx="5525271" cy="382556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4B59742-ACA7-77DE-E10F-9A1A3DC8B045}"/>
              </a:ext>
            </a:extLst>
          </p:cNvPr>
          <p:cNvSpPr txBox="1"/>
          <p:nvPr/>
        </p:nvSpPr>
        <p:spPr>
          <a:xfrm>
            <a:off x="2305658" y="1120140"/>
            <a:ext cx="16732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Alternative A</a:t>
            </a:r>
            <a:endParaRPr lang="en-DK" sz="20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CFF831-0355-D3B1-8414-A668D537A649}"/>
              </a:ext>
            </a:extLst>
          </p:cNvPr>
          <p:cNvSpPr txBox="1"/>
          <p:nvPr/>
        </p:nvSpPr>
        <p:spPr>
          <a:xfrm>
            <a:off x="8213065" y="1120140"/>
            <a:ext cx="16732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Alternative B</a:t>
            </a:r>
            <a:endParaRPr lang="en-DK" sz="2000" b="1" dirty="0"/>
          </a:p>
        </p:txBody>
      </p:sp>
    </p:spTree>
    <p:extLst>
      <p:ext uri="{BB962C8B-B14F-4D97-AF65-F5344CB8AC3E}">
        <p14:creationId xmlns:p14="http://schemas.microsoft.com/office/powerpoint/2010/main" val="36087161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757</TotalTime>
  <Words>18</Words>
  <Application>Microsoft Office PowerPoint</Application>
  <PresentationFormat>Widescreen</PresentationFormat>
  <Paragraphs>10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Kristian Hennings</dc:creator>
  <cp:lastModifiedBy>Kristian Hennings</cp:lastModifiedBy>
  <cp:revision>15</cp:revision>
  <dcterms:created xsi:type="dcterms:W3CDTF">2025-11-01T07:30:55Z</dcterms:created>
  <dcterms:modified xsi:type="dcterms:W3CDTF">2025-11-07T16:21:55Z</dcterms:modified>
</cp:coreProperties>
</file>